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72" d="100"/>
          <a:sy n="72" d="100"/>
        </p:scale>
        <p:origin x="207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72842"/>
            <a:ext cx="1036320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26842"/>
            <a:ext cx="9144000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242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5484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43638"/>
            <a:ext cx="1051560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022610"/>
            <a:ext cx="1051560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82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011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95710"/>
            <a:ext cx="5181600" cy="57101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95710"/>
            <a:ext cx="5181600" cy="571012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642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79144"/>
            <a:ext cx="10515600" cy="173949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06137"/>
            <a:ext cx="5157787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87331"/>
            <a:ext cx="5157787" cy="483516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06137"/>
            <a:ext cx="5183188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87331"/>
            <a:ext cx="5183188" cy="483516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1493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2426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210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95769"/>
            <a:ext cx="617220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81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95769"/>
            <a:ext cx="617220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8961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709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79142"/>
            <a:ext cx="2628900" cy="762669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79142"/>
            <a:ext cx="7734300" cy="762669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685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95710"/>
            <a:ext cx="1051560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0B4B7-2124-4E61-BD20-B9A61AD4E6EE}" type="datetimeFigureOut">
              <a:rPr lang="de-DE" smtClean="0"/>
              <a:t>19.08.2025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A6496-D23C-4085-BCAF-9D7DA05F0A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678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Ellipse 328">
            <a:extLst>
              <a:ext uri="{FF2B5EF4-FFF2-40B4-BE49-F238E27FC236}">
                <a16:creationId xmlns:a16="http://schemas.microsoft.com/office/drawing/2014/main" id="{0A19AABC-440F-63DA-B86B-D532C8632799}"/>
              </a:ext>
            </a:extLst>
          </p:cNvPr>
          <p:cNvSpPr/>
          <p:nvPr/>
        </p:nvSpPr>
        <p:spPr>
          <a:xfrm>
            <a:off x="1085691" y="8134908"/>
            <a:ext cx="192961" cy="1929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30" name="Textfeld 329">
            <a:extLst>
              <a:ext uri="{FF2B5EF4-FFF2-40B4-BE49-F238E27FC236}">
                <a16:creationId xmlns:a16="http://schemas.microsoft.com/office/drawing/2014/main" id="{99ACA957-EDBB-00EC-6A9B-11B0B547B282}"/>
              </a:ext>
            </a:extLst>
          </p:cNvPr>
          <p:cNvSpPr txBox="1"/>
          <p:nvPr/>
        </p:nvSpPr>
        <p:spPr>
          <a:xfrm>
            <a:off x="1389947" y="8046722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Observational</a:t>
            </a:r>
            <a:r>
              <a:rPr lang="de-DE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 Units (Data </a:t>
            </a:r>
            <a:r>
              <a:rPr lang="de-DE" dirty="0" err="1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points</a:t>
            </a:r>
            <a:r>
              <a:rPr lang="de-DE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)  </a:t>
            </a:r>
          </a:p>
        </p:txBody>
      </p:sp>
      <p:sp>
        <p:nvSpPr>
          <p:cNvPr id="332" name="Textfeld 331">
            <a:extLst>
              <a:ext uri="{FF2B5EF4-FFF2-40B4-BE49-F238E27FC236}">
                <a16:creationId xmlns:a16="http://schemas.microsoft.com/office/drawing/2014/main" id="{EC35A6C7-D044-C857-7399-E7DA2E81021A}"/>
              </a:ext>
            </a:extLst>
          </p:cNvPr>
          <p:cNvSpPr txBox="1"/>
          <p:nvPr/>
        </p:nvSpPr>
        <p:spPr>
          <a:xfrm>
            <a:off x="9438367" y="8046722"/>
            <a:ext cx="1702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Treatments (T)</a:t>
            </a:r>
          </a:p>
        </p:txBody>
      </p:sp>
      <p:sp>
        <p:nvSpPr>
          <p:cNvPr id="333" name="Rechteck 332">
            <a:extLst>
              <a:ext uri="{FF2B5EF4-FFF2-40B4-BE49-F238E27FC236}">
                <a16:creationId xmlns:a16="http://schemas.microsoft.com/office/drawing/2014/main" id="{BB96EC01-80A1-5DEF-DEAD-FB31E33A323D}"/>
              </a:ext>
            </a:extLst>
          </p:cNvPr>
          <p:cNvSpPr/>
          <p:nvPr/>
        </p:nvSpPr>
        <p:spPr>
          <a:xfrm>
            <a:off x="8686799" y="8002788"/>
            <a:ext cx="649348" cy="457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grpSp>
        <p:nvGrpSpPr>
          <p:cNvPr id="463" name="Gruppieren 462">
            <a:extLst>
              <a:ext uri="{FF2B5EF4-FFF2-40B4-BE49-F238E27FC236}">
                <a16:creationId xmlns:a16="http://schemas.microsoft.com/office/drawing/2014/main" id="{689C0DC7-5934-9680-5F9E-FECAB41D487B}"/>
              </a:ext>
            </a:extLst>
          </p:cNvPr>
          <p:cNvGrpSpPr/>
          <p:nvPr/>
        </p:nvGrpSpPr>
        <p:grpSpPr>
          <a:xfrm>
            <a:off x="1037847" y="1740811"/>
            <a:ext cx="4351344" cy="1402002"/>
            <a:chOff x="694945" y="678396"/>
            <a:chExt cx="4351344" cy="1402002"/>
          </a:xfrm>
        </p:grpSpPr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DD50B356-6C81-0C56-AEBE-9E91296B0ED9}"/>
                </a:ext>
              </a:extLst>
            </p:cNvPr>
            <p:cNvSpPr txBox="1"/>
            <p:nvPr/>
          </p:nvSpPr>
          <p:spPr>
            <a:xfrm>
              <a:off x="797990" y="715732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rPr>
                <a:t>E1</a:t>
              </a:r>
            </a:p>
          </p:txBody>
        </p: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ADE6238F-3A63-A3FD-E24A-C8B2AB5D9989}"/>
                </a:ext>
              </a:extLst>
            </p:cNvPr>
            <p:cNvGrpSpPr/>
            <p:nvPr/>
          </p:nvGrpSpPr>
          <p:grpSpPr>
            <a:xfrm>
              <a:off x="840232" y="1083757"/>
              <a:ext cx="934720" cy="862240"/>
              <a:chOff x="812800" y="573471"/>
              <a:chExt cx="934720" cy="862240"/>
            </a:xfrm>
          </p:grpSpPr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CF04B21B-4E52-D71C-7A08-F897BAC83CB8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AAC0E01D-1756-BDB0-6FBD-39DFD13F1FDD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T1</a:t>
                </a:r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EF5E1A75-B834-230F-D33F-7AF9BDA9E5FA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A7DA2D31-BF30-2102-8046-9DBEED11CB3A}"/>
                  </a:ext>
                </a:extLst>
              </p:cNvPr>
              <p:cNvSpPr/>
              <p:nvPr/>
            </p:nvSpPr>
            <p:spPr>
              <a:xfrm>
                <a:off x="1145936" y="68013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E75D1BAB-9DCC-A4FC-ABD3-5AD8B0696C3A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09954636-CC93-6018-1DDC-573D6E6E8451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23" name="Gruppieren 22">
                <a:extLst>
                  <a:ext uri="{FF2B5EF4-FFF2-40B4-BE49-F238E27FC236}">
                    <a16:creationId xmlns:a16="http://schemas.microsoft.com/office/drawing/2014/main" id="{20DA52A4-7805-B154-BCEB-3E3BCDF07BDC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id="{DE1D002B-4DC6-E172-34C7-A3141C47F632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id="{0E500F06-DC53-3B65-338C-9FE82EB8E716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26" name="Ellipse 25">
                  <a:extLst>
                    <a:ext uri="{FF2B5EF4-FFF2-40B4-BE49-F238E27FC236}">
                      <a16:creationId xmlns:a16="http://schemas.microsoft.com/office/drawing/2014/main" id="{6F503D06-F284-37E2-E892-5948A22A6A30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8D292911-4B56-AD5B-FB5A-2DFD2BCBB158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F2DA927F-7288-8550-217F-975D7094EFB6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2C91F0EF-5F03-4436-DED9-4F72063A2E17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ED15FAA9-9024-5638-9B52-23FB45C9D688}"/>
                </a:ext>
              </a:extLst>
            </p:cNvPr>
            <p:cNvGrpSpPr/>
            <p:nvPr/>
          </p:nvGrpSpPr>
          <p:grpSpPr>
            <a:xfrm>
              <a:off x="1870739" y="1083757"/>
              <a:ext cx="934720" cy="862240"/>
              <a:chOff x="812800" y="573471"/>
              <a:chExt cx="934720" cy="862240"/>
            </a:xfrm>
          </p:grpSpPr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E01F0B93-D0E4-7D33-9C89-D517FCB2BED6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DA0AD20C-E12D-C577-F142-E4E5C75F7FBD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T2</a:t>
                </a:r>
              </a:p>
            </p:txBody>
          </p:sp>
          <p:sp>
            <p:nvSpPr>
              <p:cNvPr id="35" name="Ellipse 34">
                <a:extLst>
                  <a:ext uri="{FF2B5EF4-FFF2-40B4-BE49-F238E27FC236}">
                    <a16:creationId xmlns:a16="http://schemas.microsoft.com/office/drawing/2014/main" id="{DCBECEC4-0900-F199-0DFA-B2A09CF52D6B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88087495-AADC-E2B0-CD32-ED599B8EE462}"/>
                  </a:ext>
                </a:extLst>
              </p:cNvPr>
              <p:cNvSpPr/>
              <p:nvPr/>
            </p:nvSpPr>
            <p:spPr>
              <a:xfrm>
                <a:off x="1145936" y="68013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82DF9F97-5425-5847-1C41-16D20066900A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8" name="Ellipse 37">
                <a:extLst>
                  <a:ext uri="{FF2B5EF4-FFF2-40B4-BE49-F238E27FC236}">
                    <a16:creationId xmlns:a16="http://schemas.microsoft.com/office/drawing/2014/main" id="{A70BD7E4-20FF-C41B-693E-E2150342DCFD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39" name="Gruppieren 38">
                <a:extLst>
                  <a:ext uri="{FF2B5EF4-FFF2-40B4-BE49-F238E27FC236}">
                    <a16:creationId xmlns:a16="http://schemas.microsoft.com/office/drawing/2014/main" id="{834F2CC4-BCB4-1C01-6BEF-89272D528C36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42" name="Ellipse 41">
                  <a:extLst>
                    <a:ext uri="{FF2B5EF4-FFF2-40B4-BE49-F238E27FC236}">
                      <a16:creationId xmlns:a16="http://schemas.microsoft.com/office/drawing/2014/main" id="{5C620780-199B-9180-606D-44A924D25E1E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3" name="Ellipse 42">
                  <a:extLst>
                    <a:ext uri="{FF2B5EF4-FFF2-40B4-BE49-F238E27FC236}">
                      <a16:creationId xmlns:a16="http://schemas.microsoft.com/office/drawing/2014/main" id="{D2D825E3-ACC3-9FEB-2B63-380FE7535443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4" name="Ellipse 43">
                  <a:extLst>
                    <a:ext uri="{FF2B5EF4-FFF2-40B4-BE49-F238E27FC236}">
                      <a16:creationId xmlns:a16="http://schemas.microsoft.com/office/drawing/2014/main" id="{1E8BDBA5-0CC4-E412-87DF-A5FAEAE731DF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5" name="Ellipse 44">
                  <a:extLst>
                    <a:ext uri="{FF2B5EF4-FFF2-40B4-BE49-F238E27FC236}">
                      <a16:creationId xmlns:a16="http://schemas.microsoft.com/office/drawing/2014/main" id="{E3E4DAFC-E2DF-4D38-1318-77AB97A13740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FC6E7EDD-3B26-383F-66F4-4FA5446260E7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563A74FC-5618-F543-D164-861A8D8C0617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B9E4D9BC-BADD-943A-06EC-D973EBCD51EE}"/>
                </a:ext>
              </a:extLst>
            </p:cNvPr>
            <p:cNvGrpSpPr/>
            <p:nvPr/>
          </p:nvGrpSpPr>
          <p:grpSpPr>
            <a:xfrm>
              <a:off x="2899315" y="1083757"/>
              <a:ext cx="934720" cy="862240"/>
              <a:chOff x="812800" y="573471"/>
              <a:chExt cx="934720" cy="862240"/>
            </a:xfrm>
          </p:grpSpPr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1BA5D550-76B4-389F-095C-865ED465AF98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8" name="Textfeld 47">
                <a:extLst>
                  <a:ext uri="{FF2B5EF4-FFF2-40B4-BE49-F238E27FC236}">
                    <a16:creationId xmlns:a16="http://schemas.microsoft.com/office/drawing/2014/main" id="{5A684881-23B1-F35F-C44A-3A12276D5017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T3</a:t>
                </a:r>
              </a:p>
            </p:txBody>
          </p:sp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11E63A36-2FA8-A4D3-A089-5DD2E60AB692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76C5515A-1BEA-5A08-939E-0343FCE3794A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8052E1D5-25DF-0C0A-C83C-2A586E3E802D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ED25A5D2-E45F-13CF-8639-6C26018DD48B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53" name="Gruppieren 52">
                <a:extLst>
                  <a:ext uri="{FF2B5EF4-FFF2-40B4-BE49-F238E27FC236}">
                    <a16:creationId xmlns:a16="http://schemas.microsoft.com/office/drawing/2014/main" id="{C64F424B-91DF-5D2D-59DD-DAA03FB07231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C8B1A01E-0C64-579C-5EE3-81F34E5A9E66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7" name="Ellipse 56">
                  <a:extLst>
                    <a:ext uri="{FF2B5EF4-FFF2-40B4-BE49-F238E27FC236}">
                      <a16:creationId xmlns:a16="http://schemas.microsoft.com/office/drawing/2014/main" id="{6D626678-32A6-3BCB-E15E-A92F48774358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8" name="Ellipse 57">
                  <a:extLst>
                    <a:ext uri="{FF2B5EF4-FFF2-40B4-BE49-F238E27FC236}">
                      <a16:creationId xmlns:a16="http://schemas.microsoft.com/office/drawing/2014/main" id="{EE3E8022-04CD-50E8-2F26-C69756A69619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9" name="Ellipse 58">
                  <a:extLst>
                    <a:ext uri="{FF2B5EF4-FFF2-40B4-BE49-F238E27FC236}">
                      <a16:creationId xmlns:a16="http://schemas.microsoft.com/office/drawing/2014/main" id="{C27E3FC6-240C-13E7-738F-0C7CD92E053F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13589574-0740-4B9B-143E-CF44C56DC055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C4315346-1650-A783-B41D-70D62BE3861F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75" name="Gruppieren 74">
              <a:extLst>
                <a:ext uri="{FF2B5EF4-FFF2-40B4-BE49-F238E27FC236}">
                  <a16:creationId xmlns:a16="http://schemas.microsoft.com/office/drawing/2014/main" id="{7604D72E-BD72-4E5B-4653-51D86C4C400E}"/>
                </a:ext>
              </a:extLst>
            </p:cNvPr>
            <p:cNvGrpSpPr/>
            <p:nvPr/>
          </p:nvGrpSpPr>
          <p:grpSpPr>
            <a:xfrm>
              <a:off x="3926127" y="1083757"/>
              <a:ext cx="934720" cy="862240"/>
              <a:chOff x="812800" y="573471"/>
              <a:chExt cx="934720" cy="862240"/>
            </a:xfrm>
          </p:grpSpPr>
          <p:sp>
            <p:nvSpPr>
              <p:cNvPr id="76" name="Rechteck 75">
                <a:extLst>
                  <a:ext uri="{FF2B5EF4-FFF2-40B4-BE49-F238E27FC236}">
                    <a16:creationId xmlns:a16="http://schemas.microsoft.com/office/drawing/2014/main" id="{B01CC887-17A1-ED68-66C4-751BDF1846B1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E523D851-8068-C595-2A7A-ADFC3357EA08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T4</a:t>
                </a:r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AE72950C-03C1-EDB0-6211-F7C292FEBA22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61E31BC3-1347-9D92-1C2F-33019D80E62B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1E1684C1-053F-B027-33D8-A2F235265F94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1" name="Ellipse 80">
                <a:extLst>
                  <a:ext uri="{FF2B5EF4-FFF2-40B4-BE49-F238E27FC236}">
                    <a16:creationId xmlns:a16="http://schemas.microsoft.com/office/drawing/2014/main" id="{DA877767-A9B0-EA89-8764-F8C56C4F05C4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82" name="Gruppieren 81">
                <a:extLst>
                  <a:ext uri="{FF2B5EF4-FFF2-40B4-BE49-F238E27FC236}">
                    <a16:creationId xmlns:a16="http://schemas.microsoft.com/office/drawing/2014/main" id="{F14AB934-5A5A-2984-0082-90CC340D4062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85" name="Ellipse 84">
                  <a:extLst>
                    <a:ext uri="{FF2B5EF4-FFF2-40B4-BE49-F238E27FC236}">
                      <a16:creationId xmlns:a16="http://schemas.microsoft.com/office/drawing/2014/main" id="{FC66A59D-E028-C22C-A143-B595358F5EA4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6" name="Ellipse 85">
                  <a:extLst>
                    <a:ext uri="{FF2B5EF4-FFF2-40B4-BE49-F238E27FC236}">
                      <a16:creationId xmlns:a16="http://schemas.microsoft.com/office/drawing/2014/main" id="{E9D8508E-8F1C-BA8C-7989-92F35E5120E4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7" name="Ellipse 86">
                  <a:extLst>
                    <a:ext uri="{FF2B5EF4-FFF2-40B4-BE49-F238E27FC236}">
                      <a16:creationId xmlns:a16="http://schemas.microsoft.com/office/drawing/2014/main" id="{88055ED4-4198-7A16-C1E3-4760ADBCAC7E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8" name="Ellipse 87">
                  <a:extLst>
                    <a:ext uri="{FF2B5EF4-FFF2-40B4-BE49-F238E27FC236}">
                      <a16:creationId xmlns:a16="http://schemas.microsoft.com/office/drawing/2014/main" id="{60E3538D-72F8-52B3-F0B5-FEF22E287C23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83D1331B-3F63-99CA-E4D8-8435909FACAA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4E96C1C5-B8FF-B82F-1FFC-DFD76C550169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sp>
          <p:nvSpPr>
            <p:cNvPr id="397" name="Rechteck: abgerundete Ecken 396">
              <a:extLst>
                <a:ext uri="{FF2B5EF4-FFF2-40B4-BE49-F238E27FC236}">
                  <a16:creationId xmlns:a16="http://schemas.microsoft.com/office/drawing/2014/main" id="{38A54894-8373-96C1-FDB2-041398869859}"/>
                </a:ext>
              </a:extLst>
            </p:cNvPr>
            <p:cNvSpPr/>
            <p:nvPr/>
          </p:nvSpPr>
          <p:spPr>
            <a:xfrm>
              <a:off x="694945" y="678396"/>
              <a:ext cx="4351344" cy="1402002"/>
            </a:xfrm>
            <a:prstGeom prst="roundRect">
              <a:avLst>
                <a:gd name="adj" fmla="val 1275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398" name="Rechteck: abgerundete Ecken 397">
            <a:extLst>
              <a:ext uri="{FF2B5EF4-FFF2-40B4-BE49-F238E27FC236}">
                <a16:creationId xmlns:a16="http://schemas.microsoft.com/office/drawing/2014/main" id="{FEFC9CD1-D989-4BA6-0681-DBEC2D14591A}"/>
              </a:ext>
            </a:extLst>
          </p:cNvPr>
          <p:cNvSpPr/>
          <p:nvPr/>
        </p:nvSpPr>
        <p:spPr>
          <a:xfrm>
            <a:off x="5168642" y="7965152"/>
            <a:ext cx="669892" cy="532473"/>
          </a:xfrm>
          <a:prstGeom prst="roundRect">
            <a:avLst>
              <a:gd name="adj" fmla="val 2257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99" name="Textfeld 398">
            <a:extLst>
              <a:ext uri="{FF2B5EF4-FFF2-40B4-BE49-F238E27FC236}">
                <a16:creationId xmlns:a16="http://schemas.microsoft.com/office/drawing/2014/main" id="{7F6840F3-EE7D-E6DB-C134-0BEF2D48B775}"/>
              </a:ext>
            </a:extLst>
          </p:cNvPr>
          <p:cNvSpPr txBox="1"/>
          <p:nvPr/>
        </p:nvSpPr>
        <p:spPr>
          <a:xfrm>
            <a:off x="5949549" y="804672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Experimental Units (E)</a:t>
            </a:r>
          </a:p>
        </p:txBody>
      </p:sp>
      <p:sp>
        <p:nvSpPr>
          <p:cNvPr id="338" name="Rechteck 337">
            <a:extLst>
              <a:ext uri="{FF2B5EF4-FFF2-40B4-BE49-F238E27FC236}">
                <a16:creationId xmlns:a16="http://schemas.microsoft.com/office/drawing/2014/main" id="{55E4C471-83C4-6A8C-A98A-3299B37EBA18}"/>
              </a:ext>
            </a:extLst>
          </p:cNvPr>
          <p:cNvSpPr/>
          <p:nvPr/>
        </p:nvSpPr>
        <p:spPr>
          <a:xfrm>
            <a:off x="7595038" y="1346972"/>
            <a:ext cx="3310484" cy="145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339" name="Textfeld 338">
            <a:extLst>
              <a:ext uri="{FF2B5EF4-FFF2-40B4-BE49-F238E27FC236}">
                <a16:creationId xmlns:a16="http://schemas.microsoft.com/office/drawing/2014/main" id="{F9D6B7EF-CDEB-764E-2269-165121F4961B}"/>
              </a:ext>
            </a:extLst>
          </p:cNvPr>
          <p:cNvSpPr txBox="1"/>
          <p:nvPr/>
        </p:nvSpPr>
        <p:spPr>
          <a:xfrm>
            <a:off x="7667249" y="138300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T1</a:t>
            </a:r>
          </a:p>
        </p:txBody>
      </p:sp>
      <p:grpSp>
        <p:nvGrpSpPr>
          <p:cNvPr id="400" name="Gruppieren 399">
            <a:extLst>
              <a:ext uri="{FF2B5EF4-FFF2-40B4-BE49-F238E27FC236}">
                <a16:creationId xmlns:a16="http://schemas.microsoft.com/office/drawing/2014/main" id="{FA6E0ED8-2A59-A5F0-2B70-204C6B8E5A5E}"/>
              </a:ext>
            </a:extLst>
          </p:cNvPr>
          <p:cNvGrpSpPr/>
          <p:nvPr/>
        </p:nvGrpSpPr>
        <p:grpSpPr>
          <a:xfrm>
            <a:off x="7794208" y="1788364"/>
            <a:ext cx="886968" cy="867205"/>
            <a:chOff x="6263640" y="1083758"/>
            <a:chExt cx="886968" cy="867205"/>
          </a:xfrm>
        </p:grpSpPr>
        <p:sp>
          <p:nvSpPr>
            <p:cNvPr id="396" name="Rechteck: abgerundete Ecken 395">
              <a:extLst>
                <a:ext uri="{FF2B5EF4-FFF2-40B4-BE49-F238E27FC236}">
                  <a16:creationId xmlns:a16="http://schemas.microsoft.com/office/drawing/2014/main" id="{D5101FDB-6006-ACAF-DA94-BB3E9F406E1E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340" name="Gruppieren 339">
              <a:extLst>
                <a:ext uri="{FF2B5EF4-FFF2-40B4-BE49-F238E27FC236}">
                  <a16:creationId xmlns:a16="http://schemas.microsoft.com/office/drawing/2014/main" id="{BB662B78-4781-6447-13BC-A035CDFED8B0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384" name="Textfeld 383">
                <a:extLst>
                  <a:ext uri="{FF2B5EF4-FFF2-40B4-BE49-F238E27FC236}">
                    <a16:creationId xmlns:a16="http://schemas.microsoft.com/office/drawing/2014/main" id="{7FA0EBA5-D476-A0CC-6718-0C35E5981F34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E1</a:t>
                </a:r>
              </a:p>
            </p:txBody>
          </p:sp>
          <p:sp>
            <p:nvSpPr>
              <p:cNvPr id="385" name="Ellipse 384">
                <a:extLst>
                  <a:ext uri="{FF2B5EF4-FFF2-40B4-BE49-F238E27FC236}">
                    <a16:creationId xmlns:a16="http://schemas.microsoft.com/office/drawing/2014/main" id="{36A920C9-A1CF-2A25-948F-96716BED257D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86" name="Ellipse 385">
                <a:extLst>
                  <a:ext uri="{FF2B5EF4-FFF2-40B4-BE49-F238E27FC236}">
                    <a16:creationId xmlns:a16="http://schemas.microsoft.com/office/drawing/2014/main" id="{3B10ECAB-6AEB-1494-1B7A-577C5ED3E46C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87" name="Ellipse 386">
                <a:extLst>
                  <a:ext uri="{FF2B5EF4-FFF2-40B4-BE49-F238E27FC236}">
                    <a16:creationId xmlns:a16="http://schemas.microsoft.com/office/drawing/2014/main" id="{5249A265-D7DF-8CCA-34EB-DC4A51C636DB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88" name="Ellipse 387">
                <a:extLst>
                  <a:ext uri="{FF2B5EF4-FFF2-40B4-BE49-F238E27FC236}">
                    <a16:creationId xmlns:a16="http://schemas.microsoft.com/office/drawing/2014/main" id="{C24E739E-D10B-FFC5-22F3-8E6B43CA5D00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389" name="Gruppieren 388">
                <a:extLst>
                  <a:ext uri="{FF2B5EF4-FFF2-40B4-BE49-F238E27FC236}">
                    <a16:creationId xmlns:a16="http://schemas.microsoft.com/office/drawing/2014/main" id="{5645E034-3245-1CF6-AAF0-E179AC7BFBCB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392" name="Ellipse 391">
                  <a:extLst>
                    <a:ext uri="{FF2B5EF4-FFF2-40B4-BE49-F238E27FC236}">
                      <a16:creationId xmlns:a16="http://schemas.microsoft.com/office/drawing/2014/main" id="{2CB40179-63E5-40E1-C80D-5900CCE554AC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393" name="Ellipse 392">
                  <a:extLst>
                    <a:ext uri="{FF2B5EF4-FFF2-40B4-BE49-F238E27FC236}">
                      <a16:creationId xmlns:a16="http://schemas.microsoft.com/office/drawing/2014/main" id="{97227B30-1CCC-3A94-FA42-CBEC02556FAB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394" name="Ellipse 393">
                  <a:extLst>
                    <a:ext uri="{FF2B5EF4-FFF2-40B4-BE49-F238E27FC236}">
                      <a16:creationId xmlns:a16="http://schemas.microsoft.com/office/drawing/2014/main" id="{5D28856E-2501-D732-881E-31E570EEE580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395" name="Ellipse 394">
                  <a:extLst>
                    <a:ext uri="{FF2B5EF4-FFF2-40B4-BE49-F238E27FC236}">
                      <a16:creationId xmlns:a16="http://schemas.microsoft.com/office/drawing/2014/main" id="{31A808C1-D8CC-5FA5-1345-EA1FF77F0266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390" name="Ellipse 389">
                <a:extLst>
                  <a:ext uri="{FF2B5EF4-FFF2-40B4-BE49-F238E27FC236}">
                    <a16:creationId xmlns:a16="http://schemas.microsoft.com/office/drawing/2014/main" id="{176C20A8-D863-E73E-540F-00AEE3D2BEA4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391" name="Ellipse 390">
                <a:extLst>
                  <a:ext uri="{FF2B5EF4-FFF2-40B4-BE49-F238E27FC236}">
                    <a16:creationId xmlns:a16="http://schemas.microsoft.com/office/drawing/2014/main" id="{F4E7A93E-36DE-D47A-0292-5FEB1BC14DE6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401" name="Gruppieren 400">
            <a:extLst>
              <a:ext uri="{FF2B5EF4-FFF2-40B4-BE49-F238E27FC236}">
                <a16:creationId xmlns:a16="http://schemas.microsoft.com/office/drawing/2014/main" id="{B6E74D08-C2E0-C7D7-DE96-1FCEA49BBE70}"/>
              </a:ext>
            </a:extLst>
          </p:cNvPr>
          <p:cNvGrpSpPr/>
          <p:nvPr/>
        </p:nvGrpSpPr>
        <p:grpSpPr>
          <a:xfrm>
            <a:off x="8802733" y="1777394"/>
            <a:ext cx="886968" cy="867205"/>
            <a:chOff x="6263640" y="1083758"/>
            <a:chExt cx="886968" cy="867205"/>
          </a:xfrm>
        </p:grpSpPr>
        <p:sp>
          <p:nvSpPr>
            <p:cNvPr id="402" name="Rechteck: abgerundete Ecken 401">
              <a:extLst>
                <a:ext uri="{FF2B5EF4-FFF2-40B4-BE49-F238E27FC236}">
                  <a16:creationId xmlns:a16="http://schemas.microsoft.com/office/drawing/2014/main" id="{D0BDB824-E9A4-0663-3FDB-003475415796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403" name="Gruppieren 402">
              <a:extLst>
                <a:ext uri="{FF2B5EF4-FFF2-40B4-BE49-F238E27FC236}">
                  <a16:creationId xmlns:a16="http://schemas.microsoft.com/office/drawing/2014/main" id="{2BEE3FDF-CF2D-8229-294A-1E1B153175C4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404" name="Textfeld 403">
                <a:extLst>
                  <a:ext uri="{FF2B5EF4-FFF2-40B4-BE49-F238E27FC236}">
                    <a16:creationId xmlns:a16="http://schemas.microsoft.com/office/drawing/2014/main" id="{BC26B98E-6D66-9CEC-77AF-56176A2EB49C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E2</a:t>
                </a:r>
              </a:p>
            </p:txBody>
          </p:sp>
          <p:sp>
            <p:nvSpPr>
              <p:cNvPr id="405" name="Ellipse 404">
                <a:extLst>
                  <a:ext uri="{FF2B5EF4-FFF2-40B4-BE49-F238E27FC236}">
                    <a16:creationId xmlns:a16="http://schemas.microsoft.com/office/drawing/2014/main" id="{C41748DB-CA2E-5885-DC59-35BE93CE31E1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06" name="Ellipse 405">
                <a:extLst>
                  <a:ext uri="{FF2B5EF4-FFF2-40B4-BE49-F238E27FC236}">
                    <a16:creationId xmlns:a16="http://schemas.microsoft.com/office/drawing/2014/main" id="{616FF8A0-1152-4D41-D2E3-034FA1586656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07" name="Ellipse 406">
                <a:extLst>
                  <a:ext uri="{FF2B5EF4-FFF2-40B4-BE49-F238E27FC236}">
                    <a16:creationId xmlns:a16="http://schemas.microsoft.com/office/drawing/2014/main" id="{2863831B-A6ED-B0F7-652D-72D5D41D1930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08" name="Ellipse 407">
                <a:extLst>
                  <a:ext uri="{FF2B5EF4-FFF2-40B4-BE49-F238E27FC236}">
                    <a16:creationId xmlns:a16="http://schemas.microsoft.com/office/drawing/2014/main" id="{AB2BED68-E631-B640-C29D-90E48C6E530F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409" name="Gruppieren 408">
                <a:extLst>
                  <a:ext uri="{FF2B5EF4-FFF2-40B4-BE49-F238E27FC236}">
                    <a16:creationId xmlns:a16="http://schemas.microsoft.com/office/drawing/2014/main" id="{19788753-A173-A912-2EE6-68FF9602E77D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412" name="Ellipse 411">
                  <a:extLst>
                    <a:ext uri="{FF2B5EF4-FFF2-40B4-BE49-F238E27FC236}">
                      <a16:creationId xmlns:a16="http://schemas.microsoft.com/office/drawing/2014/main" id="{78159A83-7E8B-9B08-E460-63A29A3E8757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13" name="Ellipse 412">
                  <a:extLst>
                    <a:ext uri="{FF2B5EF4-FFF2-40B4-BE49-F238E27FC236}">
                      <a16:creationId xmlns:a16="http://schemas.microsoft.com/office/drawing/2014/main" id="{760BB986-37F5-23C9-327B-FBEBF9B066F6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14" name="Ellipse 413">
                  <a:extLst>
                    <a:ext uri="{FF2B5EF4-FFF2-40B4-BE49-F238E27FC236}">
                      <a16:creationId xmlns:a16="http://schemas.microsoft.com/office/drawing/2014/main" id="{96ECE469-A28F-C9D0-C5A6-A3F2CD1BD7C8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15" name="Ellipse 414">
                  <a:extLst>
                    <a:ext uri="{FF2B5EF4-FFF2-40B4-BE49-F238E27FC236}">
                      <a16:creationId xmlns:a16="http://schemas.microsoft.com/office/drawing/2014/main" id="{41C7594E-6A22-06C7-F45E-6C3B45E5324C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410" name="Ellipse 409">
                <a:extLst>
                  <a:ext uri="{FF2B5EF4-FFF2-40B4-BE49-F238E27FC236}">
                    <a16:creationId xmlns:a16="http://schemas.microsoft.com/office/drawing/2014/main" id="{940BFE4A-9A85-776F-B35E-31E87FB15D17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11" name="Ellipse 410">
                <a:extLst>
                  <a:ext uri="{FF2B5EF4-FFF2-40B4-BE49-F238E27FC236}">
                    <a16:creationId xmlns:a16="http://schemas.microsoft.com/office/drawing/2014/main" id="{FC2D01ED-E230-27E2-41F6-F6C6828E8E18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416" name="Gruppieren 415">
            <a:extLst>
              <a:ext uri="{FF2B5EF4-FFF2-40B4-BE49-F238E27FC236}">
                <a16:creationId xmlns:a16="http://schemas.microsoft.com/office/drawing/2014/main" id="{5BF38FBE-AD07-DF70-45C5-5E9D0CBD8689}"/>
              </a:ext>
            </a:extLst>
          </p:cNvPr>
          <p:cNvGrpSpPr/>
          <p:nvPr/>
        </p:nvGrpSpPr>
        <p:grpSpPr>
          <a:xfrm>
            <a:off x="9826951" y="1766424"/>
            <a:ext cx="886968" cy="867205"/>
            <a:chOff x="6263640" y="1083758"/>
            <a:chExt cx="886968" cy="867205"/>
          </a:xfrm>
        </p:grpSpPr>
        <p:sp>
          <p:nvSpPr>
            <p:cNvPr id="417" name="Rechteck: abgerundete Ecken 416">
              <a:extLst>
                <a:ext uri="{FF2B5EF4-FFF2-40B4-BE49-F238E27FC236}">
                  <a16:creationId xmlns:a16="http://schemas.microsoft.com/office/drawing/2014/main" id="{924F1EA0-4D6E-028A-CE33-326A3BFB3CCE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418" name="Gruppieren 417">
              <a:extLst>
                <a:ext uri="{FF2B5EF4-FFF2-40B4-BE49-F238E27FC236}">
                  <a16:creationId xmlns:a16="http://schemas.microsoft.com/office/drawing/2014/main" id="{65B095AD-8755-FAD1-7A44-DC06D5928E3B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419" name="Textfeld 418">
                <a:extLst>
                  <a:ext uri="{FF2B5EF4-FFF2-40B4-BE49-F238E27FC236}">
                    <a16:creationId xmlns:a16="http://schemas.microsoft.com/office/drawing/2014/main" id="{6359470F-E55C-D720-BCF2-6D0722188B94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E3</a:t>
                </a:r>
              </a:p>
            </p:txBody>
          </p:sp>
          <p:sp>
            <p:nvSpPr>
              <p:cNvPr id="420" name="Ellipse 419">
                <a:extLst>
                  <a:ext uri="{FF2B5EF4-FFF2-40B4-BE49-F238E27FC236}">
                    <a16:creationId xmlns:a16="http://schemas.microsoft.com/office/drawing/2014/main" id="{4A2314E9-21AE-7BC3-9F54-C0FAB0CAA4BB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21" name="Ellipse 420">
                <a:extLst>
                  <a:ext uri="{FF2B5EF4-FFF2-40B4-BE49-F238E27FC236}">
                    <a16:creationId xmlns:a16="http://schemas.microsoft.com/office/drawing/2014/main" id="{09F5FC06-0C73-C656-EBE9-FF69F8391926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22" name="Ellipse 421">
                <a:extLst>
                  <a:ext uri="{FF2B5EF4-FFF2-40B4-BE49-F238E27FC236}">
                    <a16:creationId xmlns:a16="http://schemas.microsoft.com/office/drawing/2014/main" id="{1842D314-1D4B-7F1B-DFFD-57B58E20A6DE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23" name="Ellipse 422">
                <a:extLst>
                  <a:ext uri="{FF2B5EF4-FFF2-40B4-BE49-F238E27FC236}">
                    <a16:creationId xmlns:a16="http://schemas.microsoft.com/office/drawing/2014/main" id="{2760E8D4-5690-EF8C-EE9E-B34ABB6FB924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424" name="Gruppieren 423">
                <a:extLst>
                  <a:ext uri="{FF2B5EF4-FFF2-40B4-BE49-F238E27FC236}">
                    <a16:creationId xmlns:a16="http://schemas.microsoft.com/office/drawing/2014/main" id="{C11827B6-E94E-75A3-6951-9418AE9FCC2C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427" name="Ellipse 426">
                  <a:extLst>
                    <a:ext uri="{FF2B5EF4-FFF2-40B4-BE49-F238E27FC236}">
                      <a16:creationId xmlns:a16="http://schemas.microsoft.com/office/drawing/2014/main" id="{A8903930-ABCE-3A71-48D8-EC43D6026381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28" name="Ellipse 427">
                  <a:extLst>
                    <a:ext uri="{FF2B5EF4-FFF2-40B4-BE49-F238E27FC236}">
                      <a16:creationId xmlns:a16="http://schemas.microsoft.com/office/drawing/2014/main" id="{8B480A33-9E18-E536-125F-C51B34C8CB2B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29" name="Ellipse 428">
                  <a:extLst>
                    <a:ext uri="{FF2B5EF4-FFF2-40B4-BE49-F238E27FC236}">
                      <a16:creationId xmlns:a16="http://schemas.microsoft.com/office/drawing/2014/main" id="{3DC4AAB5-C72E-4071-6875-944FAB0E4BC7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30" name="Ellipse 429">
                  <a:extLst>
                    <a:ext uri="{FF2B5EF4-FFF2-40B4-BE49-F238E27FC236}">
                      <a16:creationId xmlns:a16="http://schemas.microsoft.com/office/drawing/2014/main" id="{6B9A27A9-D6D7-5155-0A4F-8AB2E347506D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425" name="Ellipse 424">
                <a:extLst>
                  <a:ext uri="{FF2B5EF4-FFF2-40B4-BE49-F238E27FC236}">
                    <a16:creationId xmlns:a16="http://schemas.microsoft.com/office/drawing/2014/main" id="{7C5E03D5-7E42-A90D-647E-AD967938BF73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26" name="Ellipse 425">
                <a:extLst>
                  <a:ext uri="{FF2B5EF4-FFF2-40B4-BE49-F238E27FC236}">
                    <a16:creationId xmlns:a16="http://schemas.microsoft.com/office/drawing/2014/main" id="{B9181648-7B1F-857F-4979-B6EE79EEF03A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464" name="Gruppieren 463">
            <a:extLst>
              <a:ext uri="{FF2B5EF4-FFF2-40B4-BE49-F238E27FC236}">
                <a16:creationId xmlns:a16="http://schemas.microsoft.com/office/drawing/2014/main" id="{F573B9AF-6D77-264D-CC93-A8D097A18BD6}"/>
              </a:ext>
            </a:extLst>
          </p:cNvPr>
          <p:cNvGrpSpPr/>
          <p:nvPr/>
        </p:nvGrpSpPr>
        <p:grpSpPr>
          <a:xfrm>
            <a:off x="1037847" y="3813639"/>
            <a:ext cx="4351344" cy="1402002"/>
            <a:chOff x="694945" y="678396"/>
            <a:chExt cx="4351344" cy="1402002"/>
          </a:xfrm>
        </p:grpSpPr>
        <p:sp>
          <p:nvSpPr>
            <p:cNvPr id="465" name="Textfeld 464">
              <a:extLst>
                <a:ext uri="{FF2B5EF4-FFF2-40B4-BE49-F238E27FC236}">
                  <a16:creationId xmlns:a16="http://schemas.microsoft.com/office/drawing/2014/main" id="{117AC54F-80EE-DA5E-3725-4A48D44E11E1}"/>
                </a:ext>
              </a:extLst>
            </p:cNvPr>
            <p:cNvSpPr txBox="1"/>
            <p:nvPr/>
          </p:nvSpPr>
          <p:spPr>
            <a:xfrm>
              <a:off x="797990" y="715732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rPr>
                <a:t>E2</a:t>
              </a:r>
            </a:p>
          </p:txBody>
        </p:sp>
        <p:grpSp>
          <p:nvGrpSpPr>
            <p:cNvPr id="466" name="Gruppieren 465">
              <a:extLst>
                <a:ext uri="{FF2B5EF4-FFF2-40B4-BE49-F238E27FC236}">
                  <a16:creationId xmlns:a16="http://schemas.microsoft.com/office/drawing/2014/main" id="{F35B95A4-9EE7-50DA-F195-5C5F053E98AF}"/>
                </a:ext>
              </a:extLst>
            </p:cNvPr>
            <p:cNvGrpSpPr/>
            <p:nvPr/>
          </p:nvGrpSpPr>
          <p:grpSpPr>
            <a:xfrm>
              <a:off x="840232" y="1083757"/>
              <a:ext cx="934720" cy="862240"/>
              <a:chOff x="812800" y="573471"/>
              <a:chExt cx="934720" cy="862240"/>
            </a:xfrm>
          </p:grpSpPr>
          <p:sp>
            <p:nvSpPr>
              <p:cNvPr id="510" name="Rechteck 509">
                <a:extLst>
                  <a:ext uri="{FF2B5EF4-FFF2-40B4-BE49-F238E27FC236}">
                    <a16:creationId xmlns:a16="http://schemas.microsoft.com/office/drawing/2014/main" id="{CE670959-867F-1022-92FB-7C78A52F73F4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11" name="Textfeld 510">
                <a:extLst>
                  <a:ext uri="{FF2B5EF4-FFF2-40B4-BE49-F238E27FC236}">
                    <a16:creationId xmlns:a16="http://schemas.microsoft.com/office/drawing/2014/main" id="{9DCC46C9-1F2D-A51C-BCD9-B53D87DBAF32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T1</a:t>
                </a:r>
              </a:p>
            </p:txBody>
          </p:sp>
          <p:sp>
            <p:nvSpPr>
              <p:cNvPr id="512" name="Ellipse 511">
                <a:extLst>
                  <a:ext uri="{FF2B5EF4-FFF2-40B4-BE49-F238E27FC236}">
                    <a16:creationId xmlns:a16="http://schemas.microsoft.com/office/drawing/2014/main" id="{D462C707-B671-FD49-DC70-72EE67B32E39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13" name="Ellipse 512">
                <a:extLst>
                  <a:ext uri="{FF2B5EF4-FFF2-40B4-BE49-F238E27FC236}">
                    <a16:creationId xmlns:a16="http://schemas.microsoft.com/office/drawing/2014/main" id="{4DE358D2-211E-8D1C-EBDB-1D57692AF335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14" name="Ellipse 513">
                <a:extLst>
                  <a:ext uri="{FF2B5EF4-FFF2-40B4-BE49-F238E27FC236}">
                    <a16:creationId xmlns:a16="http://schemas.microsoft.com/office/drawing/2014/main" id="{779B83E9-349C-72D7-BF55-521F29896D29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15" name="Ellipse 514">
                <a:extLst>
                  <a:ext uri="{FF2B5EF4-FFF2-40B4-BE49-F238E27FC236}">
                    <a16:creationId xmlns:a16="http://schemas.microsoft.com/office/drawing/2014/main" id="{16B4E0C4-EC35-0742-F228-4E4C97149F19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516" name="Gruppieren 515">
                <a:extLst>
                  <a:ext uri="{FF2B5EF4-FFF2-40B4-BE49-F238E27FC236}">
                    <a16:creationId xmlns:a16="http://schemas.microsoft.com/office/drawing/2014/main" id="{332CFA4B-AEA8-65EF-CE0E-7E5CC4C00BC2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519" name="Ellipse 518">
                  <a:extLst>
                    <a:ext uri="{FF2B5EF4-FFF2-40B4-BE49-F238E27FC236}">
                      <a16:creationId xmlns:a16="http://schemas.microsoft.com/office/drawing/2014/main" id="{04074156-1A10-25FF-8EAA-344AB6B89949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20" name="Ellipse 519">
                  <a:extLst>
                    <a:ext uri="{FF2B5EF4-FFF2-40B4-BE49-F238E27FC236}">
                      <a16:creationId xmlns:a16="http://schemas.microsoft.com/office/drawing/2014/main" id="{D8C0C39D-8B70-C2B5-9D12-71EE1D1E3289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21" name="Ellipse 520">
                  <a:extLst>
                    <a:ext uri="{FF2B5EF4-FFF2-40B4-BE49-F238E27FC236}">
                      <a16:creationId xmlns:a16="http://schemas.microsoft.com/office/drawing/2014/main" id="{5894C467-9B68-FC36-C3DC-29EEECFBF10C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22" name="Ellipse 521">
                  <a:extLst>
                    <a:ext uri="{FF2B5EF4-FFF2-40B4-BE49-F238E27FC236}">
                      <a16:creationId xmlns:a16="http://schemas.microsoft.com/office/drawing/2014/main" id="{4D238969-1CE7-0532-ED0B-25651AE554B4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517" name="Ellipse 516">
                <a:extLst>
                  <a:ext uri="{FF2B5EF4-FFF2-40B4-BE49-F238E27FC236}">
                    <a16:creationId xmlns:a16="http://schemas.microsoft.com/office/drawing/2014/main" id="{69E96F18-9989-AABF-94D9-012BC53122E1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18" name="Ellipse 517">
                <a:extLst>
                  <a:ext uri="{FF2B5EF4-FFF2-40B4-BE49-F238E27FC236}">
                    <a16:creationId xmlns:a16="http://schemas.microsoft.com/office/drawing/2014/main" id="{DBC1C7E3-7EB6-0949-E252-D76F9C28B92E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467" name="Gruppieren 466">
              <a:extLst>
                <a:ext uri="{FF2B5EF4-FFF2-40B4-BE49-F238E27FC236}">
                  <a16:creationId xmlns:a16="http://schemas.microsoft.com/office/drawing/2014/main" id="{47DBDFDB-F8ED-F5A7-9CB6-309EFA0CBFBE}"/>
                </a:ext>
              </a:extLst>
            </p:cNvPr>
            <p:cNvGrpSpPr/>
            <p:nvPr/>
          </p:nvGrpSpPr>
          <p:grpSpPr>
            <a:xfrm>
              <a:off x="1870739" y="1083757"/>
              <a:ext cx="934720" cy="862240"/>
              <a:chOff x="812800" y="573471"/>
              <a:chExt cx="934720" cy="862240"/>
            </a:xfrm>
          </p:grpSpPr>
          <p:sp>
            <p:nvSpPr>
              <p:cNvPr id="497" name="Rechteck 496">
                <a:extLst>
                  <a:ext uri="{FF2B5EF4-FFF2-40B4-BE49-F238E27FC236}">
                    <a16:creationId xmlns:a16="http://schemas.microsoft.com/office/drawing/2014/main" id="{3F8452BB-444C-EC6D-9438-3EEAA575E949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98" name="Textfeld 497">
                <a:extLst>
                  <a:ext uri="{FF2B5EF4-FFF2-40B4-BE49-F238E27FC236}">
                    <a16:creationId xmlns:a16="http://schemas.microsoft.com/office/drawing/2014/main" id="{CB0EE887-EB93-4942-0871-5CDB9B5C662F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T2</a:t>
                </a:r>
              </a:p>
            </p:txBody>
          </p:sp>
          <p:sp>
            <p:nvSpPr>
              <p:cNvPr id="499" name="Ellipse 498">
                <a:extLst>
                  <a:ext uri="{FF2B5EF4-FFF2-40B4-BE49-F238E27FC236}">
                    <a16:creationId xmlns:a16="http://schemas.microsoft.com/office/drawing/2014/main" id="{1EEF3ED5-B35D-76DF-A974-0240E3E45238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00" name="Ellipse 499">
                <a:extLst>
                  <a:ext uri="{FF2B5EF4-FFF2-40B4-BE49-F238E27FC236}">
                    <a16:creationId xmlns:a16="http://schemas.microsoft.com/office/drawing/2014/main" id="{11A54C6B-971E-4D5C-78B1-33D4BFB50582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01" name="Ellipse 500">
                <a:extLst>
                  <a:ext uri="{FF2B5EF4-FFF2-40B4-BE49-F238E27FC236}">
                    <a16:creationId xmlns:a16="http://schemas.microsoft.com/office/drawing/2014/main" id="{0A3A90D1-B87E-72AF-CD0E-4A1342CCEE4B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02" name="Ellipse 501">
                <a:extLst>
                  <a:ext uri="{FF2B5EF4-FFF2-40B4-BE49-F238E27FC236}">
                    <a16:creationId xmlns:a16="http://schemas.microsoft.com/office/drawing/2014/main" id="{A1D1276A-1772-157D-1FE5-BA995804A9EB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503" name="Gruppieren 502">
                <a:extLst>
                  <a:ext uri="{FF2B5EF4-FFF2-40B4-BE49-F238E27FC236}">
                    <a16:creationId xmlns:a16="http://schemas.microsoft.com/office/drawing/2014/main" id="{A31C21CB-B329-58C7-0819-109EA88D17D6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506" name="Ellipse 505">
                  <a:extLst>
                    <a:ext uri="{FF2B5EF4-FFF2-40B4-BE49-F238E27FC236}">
                      <a16:creationId xmlns:a16="http://schemas.microsoft.com/office/drawing/2014/main" id="{1E65F76E-DF61-7071-C97B-62D42A90F463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07" name="Ellipse 506">
                  <a:extLst>
                    <a:ext uri="{FF2B5EF4-FFF2-40B4-BE49-F238E27FC236}">
                      <a16:creationId xmlns:a16="http://schemas.microsoft.com/office/drawing/2014/main" id="{1ADB1246-AA83-19B9-626D-99181067F6C9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08" name="Ellipse 507">
                  <a:extLst>
                    <a:ext uri="{FF2B5EF4-FFF2-40B4-BE49-F238E27FC236}">
                      <a16:creationId xmlns:a16="http://schemas.microsoft.com/office/drawing/2014/main" id="{F6C34E38-1A47-BC71-0F8B-8BF172871556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09" name="Ellipse 508">
                  <a:extLst>
                    <a:ext uri="{FF2B5EF4-FFF2-40B4-BE49-F238E27FC236}">
                      <a16:creationId xmlns:a16="http://schemas.microsoft.com/office/drawing/2014/main" id="{C1F1DC00-A616-0AAF-B913-BDE2DB34453E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504" name="Ellipse 503">
                <a:extLst>
                  <a:ext uri="{FF2B5EF4-FFF2-40B4-BE49-F238E27FC236}">
                    <a16:creationId xmlns:a16="http://schemas.microsoft.com/office/drawing/2014/main" id="{8A81D469-F19F-D308-0D17-E2C6C239CEC5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05" name="Ellipse 504">
                <a:extLst>
                  <a:ext uri="{FF2B5EF4-FFF2-40B4-BE49-F238E27FC236}">
                    <a16:creationId xmlns:a16="http://schemas.microsoft.com/office/drawing/2014/main" id="{AD665391-1F9F-3CE3-E963-2533C1FAEC65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468" name="Gruppieren 467">
              <a:extLst>
                <a:ext uri="{FF2B5EF4-FFF2-40B4-BE49-F238E27FC236}">
                  <a16:creationId xmlns:a16="http://schemas.microsoft.com/office/drawing/2014/main" id="{9D016250-729A-7A54-01D2-4FCAA763FF24}"/>
                </a:ext>
              </a:extLst>
            </p:cNvPr>
            <p:cNvGrpSpPr/>
            <p:nvPr/>
          </p:nvGrpSpPr>
          <p:grpSpPr>
            <a:xfrm>
              <a:off x="2899315" y="1083757"/>
              <a:ext cx="934720" cy="862240"/>
              <a:chOff x="812800" y="573471"/>
              <a:chExt cx="934720" cy="862240"/>
            </a:xfrm>
          </p:grpSpPr>
          <p:sp>
            <p:nvSpPr>
              <p:cNvPr id="484" name="Rechteck 483">
                <a:extLst>
                  <a:ext uri="{FF2B5EF4-FFF2-40B4-BE49-F238E27FC236}">
                    <a16:creationId xmlns:a16="http://schemas.microsoft.com/office/drawing/2014/main" id="{8BBC1A73-493F-AE04-6D0A-0928D0C92D70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85" name="Textfeld 484">
                <a:extLst>
                  <a:ext uri="{FF2B5EF4-FFF2-40B4-BE49-F238E27FC236}">
                    <a16:creationId xmlns:a16="http://schemas.microsoft.com/office/drawing/2014/main" id="{3F019C49-250C-5341-013D-9BFE19880B9C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T3</a:t>
                </a:r>
              </a:p>
            </p:txBody>
          </p:sp>
          <p:sp>
            <p:nvSpPr>
              <p:cNvPr id="486" name="Ellipse 485">
                <a:extLst>
                  <a:ext uri="{FF2B5EF4-FFF2-40B4-BE49-F238E27FC236}">
                    <a16:creationId xmlns:a16="http://schemas.microsoft.com/office/drawing/2014/main" id="{42242542-6BF0-764C-C4B0-6A22F4F454FE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87" name="Ellipse 486">
                <a:extLst>
                  <a:ext uri="{FF2B5EF4-FFF2-40B4-BE49-F238E27FC236}">
                    <a16:creationId xmlns:a16="http://schemas.microsoft.com/office/drawing/2014/main" id="{549D6486-690C-DB70-9A2F-AC43D858ABAA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88" name="Ellipse 487">
                <a:extLst>
                  <a:ext uri="{FF2B5EF4-FFF2-40B4-BE49-F238E27FC236}">
                    <a16:creationId xmlns:a16="http://schemas.microsoft.com/office/drawing/2014/main" id="{7FFD3C1D-B4EB-90C9-6713-B407542D4250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89" name="Ellipse 488">
                <a:extLst>
                  <a:ext uri="{FF2B5EF4-FFF2-40B4-BE49-F238E27FC236}">
                    <a16:creationId xmlns:a16="http://schemas.microsoft.com/office/drawing/2014/main" id="{38EACE02-8A45-AB42-F478-A6BACC0CCCDF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490" name="Gruppieren 489">
                <a:extLst>
                  <a:ext uri="{FF2B5EF4-FFF2-40B4-BE49-F238E27FC236}">
                    <a16:creationId xmlns:a16="http://schemas.microsoft.com/office/drawing/2014/main" id="{BAB9E2C0-F94D-AFCC-C191-B74B3D820AA7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493" name="Ellipse 492">
                  <a:extLst>
                    <a:ext uri="{FF2B5EF4-FFF2-40B4-BE49-F238E27FC236}">
                      <a16:creationId xmlns:a16="http://schemas.microsoft.com/office/drawing/2014/main" id="{B99BFF01-11EA-14C0-29D6-FCE5A8B48C53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94" name="Ellipse 493">
                  <a:extLst>
                    <a:ext uri="{FF2B5EF4-FFF2-40B4-BE49-F238E27FC236}">
                      <a16:creationId xmlns:a16="http://schemas.microsoft.com/office/drawing/2014/main" id="{5F49BE77-0732-751E-0DDD-188A336CFCCA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95" name="Ellipse 494">
                  <a:extLst>
                    <a:ext uri="{FF2B5EF4-FFF2-40B4-BE49-F238E27FC236}">
                      <a16:creationId xmlns:a16="http://schemas.microsoft.com/office/drawing/2014/main" id="{E3928C48-A0C0-E0D5-EC98-F06CDBE976B0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96" name="Ellipse 495">
                  <a:extLst>
                    <a:ext uri="{FF2B5EF4-FFF2-40B4-BE49-F238E27FC236}">
                      <a16:creationId xmlns:a16="http://schemas.microsoft.com/office/drawing/2014/main" id="{D90FF5F0-593C-4174-143F-CF7908C15245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491" name="Ellipse 490">
                <a:extLst>
                  <a:ext uri="{FF2B5EF4-FFF2-40B4-BE49-F238E27FC236}">
                    <a16:creationId xmlns:a16="http://schemas.microsoft.com/office/drawing/2014/main" id="{7619E1EE-DA4D-2C4D-6E6C-AB1AB69CD1ED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92" name="Ellipse 491">
                <a:extLst>
                  <a:ext uri="{FF2B5EF4-FFF2-40B4-BE49-F238E27FC236}">
                    <a16:creationId xmlns:a16="http://schemas.microsoft.com/office/drawing/2014/main" id="{58A6E46B-FC7F-E820-D8DA-01CBC79BE19D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469" name="Gruppieren 468">
              <a:extLst>
                <a:ext uri="{FF2B5EF4-FFF2-40B4-BE49-F238E27FC236}">
                  <a16:creationId xmlns:a16="http://schemas.microsoft.com/office/drawing/2014/main" id="{E57F4875-E093-B35B-13FD-3CD0BFB2A873}"/>
                </a:ext>
              </a:extLst>
            </p:cNvPr>
            <p:cNvGrpSpPr/>
            <p:nvPr/>
          </p:nvGrpSpPr>
          <p:grpSpPr>
            <a:xfrm>
              <a:off x="3926127" y="1083757"/>
              <a:ext cx="934720" cy="862240"/>
              <a:chOff x="812800" y="573471"/>
              <a:chExt cx="934720" cy="862240"/>
            </a:xfrm>
          </p:grpSpPr>
          <p:sp>
            <p:nvSpPr>
              <p:cNvPr id="471" name="Rechteck 470">
                <a:extLst>
                  <a:ext uri="{FF2B5EF4-FFF2-40B4-BE49-F238E27FC236}">
                    <a16:creationId xmlns:a16="http://schemas.microsoft.com/office/drawing/2014/main" id="{F75B15CC-E3B6-29F9-820E-214022C9FB98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72" name="Textfeld 471">
                <a:extLst>
                  <a:ext uri="{FF2B5EF4-FFF2-40B4-BE49-F238E27FC236}">
                    <a16:creationId xmlns:a16="http://schemas.microsoft.com/office/drawing/2014/main" id="{341C8C92-699D-081C-7035-5659FAE4A8DB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T4</a:t>
                </a:r>
              </a:p>
            </p:txBody>
          </p:sp>
          <p:sp>
            <p:nvSpPr>
              <p:cNvPr id="473" name="Ellipse 472">
                <a:extLst>
                  <a:ext uri="{FF2B5EF4-FFF2-40B4-BE49-F238E27FC236}">
                    <a16:creationId xmlns:a16="http://schemas.microsoft.com/office/drawing/2014/main" id="{A787C185-7798-3F21-BEDC-6497CCF2DD28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74" name="Ellipse 473">
                <a:extLst>
                  <a:ext uri="{FF2B5EF4-FFF2-40B4-BE49-F238E27FC236}">
                    <a16:creationId xmlns:a16="http://schemas.microsoft.com/office/drawing/2014/main" id="{967197D5-6252-2978-9363-D1867C08B4A9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75" name="Ellipse 474">
                <a:extLst>
                  <a:ext uri="{FF2B5EF4-FFF2-40B4-BE49-F238E27FC236}">
                    <a16:creationId xmlns:a16="http://schemas.microsoft.com/office/drawing/2014/main" id="{CCE9C4AA-88EA-FA14-BB28-A88DE8EFD3E5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76" name="Ellipse 475">
                <a:extLst>
                  <a:ext uri="{FF2B5EF4-FFF2-40B4-BE49-F238E27FC236}">
                    <a16:creationId xmlns:a16="http://schemas.microsoft.com/office/drawing/2014/main" id="{1A53C2F0-6F6D-98C4-6E67-A8E601A48E1A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477" name="Gruppieren 476">
                <a:extLst>
                  <a:ext uri="{FF2B5EF4-FFF2-40B4-BE49-F238E27FC236}">
                    <a16:creationId xmlns:a16="http://schemas.microsoft.com/office/drawing/2014/main" id="{C7085644-8089-7B91-CD76-AC06CEFB24C2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480" name="Ellipse 479">
                  <a:extLst>
                    <a:ext uri="{FF2B5EF4-FFF2-40B4-BE49-F238E27FC236}">
                      <a16:creationId xmlns:a16="http://schemas.microsoft.com/office/drawing/2014/main" id="{68B8E6B0-DB1C-BAB7-C5C1-05069E607DBE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81" name="Ellipse 480">
                  <a:extLst>
                    <a:ext uri="{FF2B5EF4-FFF2-40B4-BE49-F238E27FC236}">
                      <a16:creationId xmlns:a16="http://schemas.microsoft.com/office/drawing/2014/main" id="{E49AB98E-C9B1-262C-670E-0E9D761DFC67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82" name="Ellipse 481">
                  <a:extLst>
                    <a:ext uri="{FF2B5EF4-FFF2-40B4-BE49-F238E27FC236}">
                      <a16:creationId xmlns:a16="http://schemas.microsoft.com/office/drawing/2014/main" id="{8C1B813D-61F3-A722-6F36-D5E1B56AF340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483" name="Ellipse 482">
                  <a:extLst>
                    <a:ext uri="{FF2B5EF4-FFF2-40B4-BE49-F238E27FC236}">
                      <a16:creationId xmlns:a16="http://schemas.microsoft.com/office/drawing/2014/main" id="{09B01C36-0B35-E31F-068B-31A676E172F2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478" name="Ellipse 477">
                <a:extLst>
                  <a:ext uri="{FF2B5EF4-FFF2-40B4-BE49-F238E27FC236}">
                    <a16:creationId xmlns:a16="http://schemas.microsoft.com/office/drawing/2014/main" id="{69FCAAD0-A4AD-035C-82C2-FA12B152F7DA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479" name="Ellipse 478">
                <a:extLst>
                  <a:ext uri="{FF2B5EF4-FFF2-40B4-BE49-F238E27FC236}">
                    <a16:creationId xmlns:a16="http://schemas.microsoft.com/office/drawing/2014/main" id="{E99B5C93-EB28-33FB-A2C5-6266564236D5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sp>
          <p:nvSpPr>
            <p:cNvPr id="470" name="Rechteck: abgerundete Ecken 469">
              <a:extLst>
                <a:ext uri="{FF2B5EF4-FFF2-40B4-BE49-F238E27FC236}">
                  <a16:creationId xmlns:a16="http://schemas.microsoft.com/office/drawing/2014/main" id="{AFD28D93-1E62-1629-962A-D4F10F84B173}"/>
                </a:ext>
              </a:extLst>
            </p:cNvPr>
            <p:cNvSpPr/>
            <p:nvPr/>
          </p:nvSpPr>
          <p:spPr>
            <a:xfrm>
              <a:off x="694945" y="678396"/>
              <a:ext cx="4351344" cy="1402002"/>
            </a:xfrm>
            <a:prstGeom prst="roundRect">
              <a:avLst>
                <a:gd name="adj" fmla="val 1275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523" name="Gruppieren 522">
            <a:extLst>
              <a:ext uri="{FF2B5EF4-FFF2-40B4-BE49-F238E27FC236}">
                <a16:creationId xmlns:a16="http://schemas.microsoft.com/office/drawing/2014/main" id="{62DE0F1D-26C2-8B07-2307-03BBC88287DA}"/>
              </a:ext>
            </a:extLst>
          </p:cNvPr>
          <p:cNvGrpSpPr/>
          <p:nvPr/>
        </p:nvGrpSpPr>
        <p:grpSpPr>
          <a:xfrm>
            <a:off x="1037847" y="5886467"/>
            <a:ext cx="4351344" cy="1402002"/>
            <a:chOff x="694945" y="678396"/>
            <a:chExt cx="4351344" cy="1402002"/>
          </a:xfrm>
        </p:grpSpPr>
        <p:sp>
          <p:nvSpPr>
            <p:cNvPr id="524" name="Textfeld 523">
              <a:extLst>
                <a:ext uri="{FF2B5EF4-FFF2-40B4-BE49-F238E27FC236}">
                  <a16:creationId xmlns:a16="http://schemas.microsoft.com/office/drawing/2014/main" id="{AB6045DE-3EBD-59D7-3BC7-976CFFF4A0E5}"/>
                </a:ext>
              </a:extLst>
            </p:cNvPr>
            <p:cNvSpPr txBox="1"/>
            <p:nvPr/>
          </p:nvSpPr>
          <p:spPr>
            <a:xfrm>
              <a:off x="797990" y="715732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rPr>
                <a:t>E2</a:t>
              </a:r>
            </a:p>
          </p:txBody>
        </p:sp>
        <p:grpSp>
          <p:nvGrpSpPr>
            <p:cNvPr id="525" name="Gruppieren 524">
              <a:extLst>
                <a:ext uri="{FF2B5EF4-FFF2-40B4-BE49-F238E27FC236}">
                  <a16:creationId xmlns:a16="http://schemas.microsoft.com/office/drawing/2014/main" id="{96FAEB96-636F-6649-5B36-4D076F6C6936}"/>
                </a:ext>
              </a:extLst>
            </p:cNvPr>
            <p:cNvGrpSpPr/>
            <p:nvPr/>
          </p:nvGrpSpPr>
          <p:grpSpPr>
            <a:xfrm>
              <a:off x="840232" y="1083757"/>
              <a:ext cx="934720" cy="862240"/>
              <a:chOff x="812800" y="573471"/>
              <a:chExt cx="934720" cy="862240"/>
            </a:xfrm>
          </p:grpSpPr>
          <p:sp>
            <p:nvSpPr>
              <p:cNvPr id="569" name="Rechteck 568">
                <a:extLst>
                  <a:ext uri="{FF2B5EF4-FFF2-40B4-BE49-F238E27FC236}">
                    <a16:creationId xmlns:a16="http://schemas.microsoft.com/office/drawing/2014/main" id="{135EF6AC-AA62-997A-5E75-BC7F46463990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70" name="Textfeld 569">
                <a:extLst>
                  <a:ext uri="{FF2B5EF4-FFF2-40B4-BE49-F238E27FC236}">
                    <a16:creationId xmlns:a16="http://schemas.microsoft.com/office/drawing/2014/main" id="{699C400E-ED14-6C23-BC20-5EF83B12D19C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T1</a:t>
                </a:r>
              </a:p>
            </p:txBody>
          </p:sp>
          <p:sp>
            <p:nvSpPr>
              <p:cNvPr id="571" name="Ellipse 570">
                <a:extLst>
                  <a:ext uri="{FF2B5EF4-FFF2-40B4-BE49-F238E27FC236}">
                    <a16:creationId xmlns:a16="http://schemas.microsoft.com/office/drawing/2014/main" id="{ACBF296E-2009-8C07-947D-CB4F7FBF712D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72" name="Ellipse 571">
                <a:extLst>
                  <a:ext uri="{FF2B5EF4-FFF2-40B4-BE49-F238E27FC236}">
                    <a16:creationId xmlns:a16="http://schemas.microsoft.com/office/drawing/2014/main" id="{9E1DF590-18EA-8C27-957C-5C20118BAC3F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73" name="Ellipse 572">
                <a:extLst>
                  <a:ext uri="{FF2B5EF4-FFF2-40B4-BE49-F238E27FC236}">
                    <a16:creationId xmlns:a16="http://schemas.microsoft.com/office/drawing/2014/main" id="{0E71C05F-C62A-2779-53D8-DC6DAA952084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74" name="Ellipse 573">
                <a:extLst>
                  <a:ext uri="{FF2B5EF4-FFF2-40B4-BE49-F238E27FC236}">
                    <a16:creationId xmlns:a16="http://schemas.microsoft.com/office/drawing/2014/main" id="{23291372-2571-BE8B-125D-8E00CF9CE934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575" name="Gruppieren 574">
                <a:extLst>
                  <a:ext uri="{FF2B5EF4-FFF2-40B4-BE49-F238E27FC236}">
                    <a16:creationId xmlns:a16="http://schemas.microsoft.com/office/drawing/2014/main" id="{881F193D-0843-743C-1927-B661986051D0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578" name="Ellipse 577">
                  <a:extLst>
                    <a:ext uri="{FF2B5EF4-FFF2-40B4-BE49-F238E27FC236}">
                      <a16:creationId xmlns:a16="http://schemas.microsoft.com/office/drawing/2014/main" id="{85F90EE0-191D-62F1-F3A5-727DE80D5E71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79" name="Ellipse 578">
                  <a:extLst>
                    <a:ext uri="{FF2B5EF4-FFF2-40B4-BE49-F238E27FC236}">
                      <a16:creationId xmlns:a16="http://schemas.microsoft.com/office/drawing/2014/main" id="{A003E43A-1C88-8D6A-6B1E-3D2659ABA66F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80" name="Ellipse 579">
                  <a:extLst>
                    <a:ext uri="{FF2B5EF4-FFF2-40B4-BE49-F238E27FC236}">
                      <a16:creationId xmlns:a16="http://schemas.microsoft.com/office/drawing/2014/main" id="{16A4B51E-914D-270D-4118-3DA84C972BFD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81" name="Ellipse 580">
                  <a:extLst>
                    <a:ext uri="{FF2B5EF4-FFF2-40B4-BE49-F238E27FC236}">
                      <a16:creationId xmlns:a16="http://schemas.microsoft.com/office/drawing/2014/main" id="{0F786068-8301-6D78-5507-1945956CF1F9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576" name="Ellipse 575">
                <a:extLst>
                  <a:ext uri="{FF2B5EF4-FFF2-40B4-BE49-F238E27FC236}">
                    <a16:creationId xmlns:a16="http://schemas.microsoft.com/office/drawing/2014/main" id="{4B9DF2D3-3AE4-9E4D-CD36-12C064C91FD7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77" name="Ellipse 576">
                <a:extLst>
                  <a:ext uri="{FF2B5EF4-FFF2-40B4-BE49-F238E27FC236}">
                    <a16:creationId xmlns:a16="http://schemas.microsoft.com/office/drawing/2014/main" id="{588FA106-0DED-915B-91C2-E467AC6E14FA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526" name="Gruppieren 525">
              <a:extLst>
                <a:ext uri="{FF2B5EF4-FFF2-40B4-BE49-F238E27FC236}">
                  <a16:creationId xmlns:a16="http://schemas.microsoft.com/office/drawing/2014/main" id="{1C8D0DA3-5C65-24D5-9799-B1A550FC0F61}"/>
                </a:ext>
              </a:extLst>
            </p:cNvPr>
            <p:cNvGrpSpPr/>
            <p:nvPr/>
          </p:nvGrpSpPr>
          <p:grpSpPr>
            <a:xfrm>
              <a:off x="1870739" y="1083757"/>
              <a:ext cx="934720" cy="862240"/>
              <a:chOff x="812800" y="573471"/>
              <a:chExt cx="934720" cy="862240"/>
            </a:xfrm>
          </p:grpSpPr>
          <p:sp>
            <p:nvSpPr>
              <p:cNvPr id="556" name="Rechteck 555">
                <a:extLst>
                  <a:ext uri="{FF2B5EF4-FFF2-40B4-BE49-F238E27FC236}">
                    <a16:creationId xmlns:a16="http://schemas.microsoft.com/office/drawing/2014/main" id="{938CE02B-EE76-932F-41EB-7ADC0D8828D1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57" name="Textfeld 556">
                <a:extLst>
                  <a:ext uri="{FF2B5EF4-FFF2-40B4-BE49-F238E27FC236}">
                    <a16:creationId xmlns:a16="http://schemas.microsoft.com/office/drawing/2014/main" id="{4743A3E7-DAFB-82A7-06C2-0028AA83A5B0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T2</a:t>
                </a:r>
              </a:p>
            </p:txBody>
          </p:sp>
          <p:sp>
            <p:nvSpPr>
              <p:cNvPr id="558" name="Ellipse 557">
                <a:extLst>
                  <a:ext uri="{FF2B5EF4-FFF2-40B4-BE49-F238E27FC236}">
                    <a16:creationId xmlns:a16="http://schemas.microsoft.com/office/drawing/2014/main" id="{F85AD331-C0D0-A1C9-7E7E-2DEF5932D7D9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59" name="Ellipse 558">
                <a:extLst>
                  <a:ext uri="{FF2B5EF4-FFF2-40B4-BE49-F238E27FC236}">
                    <a16:creationId xmlns:a16="http://schemas.microsoft.com/office/drawing/2014/main" id="{F7ED1437-4571-E985-8F8B-C9DD969BD01C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60" name="Ellipse 559">
                <a:extLst>
                  <a:ext uri="{FF2B5EF4-FFF2-40B4-BE49-F238E27FC236}">
                    <a16:creationId xmlns:a16="http://schemas.microsoft.com/office/drawing/2014/main" id="{FF571942-5888-3D57-0CEB-B042B7460B04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61" name="Ellipse 560">
                <a:extLst>
                  <a:ext uri="{FF2B5EF4-FFF2-40B4-BE49-F238E27FC236}">
                    <a16:creationId xmlns:a16="http://schemas.microsoft.com/office/drawing/2014/main" id="{FFE8AF82-3811-18C5-4E7A-3B42D21E2E94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562" name="Gruppieren 561">
                <a:extLst>
                  <a:ext uri="{FF2B5EF4-FFF2-40B4-BE49-F238E27FC236}">
                    <a16:creationId xmlns:a16="http://schemas.microsoft.com/office/drawing/2014/main" id="{CAF8F3E3-4A53-6932-33FD-6B165A2C5D71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565" name="Ellipse 564">
                  <a:extLst>
                    <a:ext uri="{FF2B5EF4-FFF2-40B4-BE49-F238E27FC236}">
                      <a16:creationId xmlns:a16="http://schemas.microsoft.com/office/drawing/2014/main" id="{EAFD64B4-563C-EB18-42EC-DE54801D5ADA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66" name="Ellipse 565">
                  <a:extLst>
                    <a:ext uri="{FF2B5EF4-FFF2-40B4-BE49-F238E27FC236}">
                      <a16:creationId xmlns:a16="http://schemas.microsoft.com/office/drawing/2014/main" id="{8845CE22-D320-813E-C96D-56B402FB0B1F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67" name="Ellipse 566">
                  <a:extLst>
                    <a:ext uri="{FF2B5EF4-FFF2-40B4-BE49-F238E27FC236}">
                      <a16:creationId xmlns:a16="http://schemas.microsoft.com/office/drawing/2014/main" id="{FB6E2182-88FD-1436-3A45-A1C696E0BA74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68" name="Ellipse 567">
                  <a:extLst>
                    <a:ext uri="{FF2B5EF4-FFF2-40B4-BE49-F238E27FC236}">
                      <a16:creationId xmlns:a16="http://schemas.microsoft.com/office/drawing/2014/main" id="{6101D4B3-B372-7DD3-1097-9C5B5731694C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563" name="Ellipse 562">
                <a:extLst>
                  <a:ext uri="{FF2B5EF4-FFF2-40B4-BE49-F238E27FC236}">
                    <a16:creationId xmlns:a16="http://schemas.microsoft.com/office/drawing/2014/main" id="{82DCE587-2663-1911-F6E4-8B7B40703CCD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64" name="Ellipse 563">
                <a:extLst>
                  <a:ext uri="{FF2B5EF4-FFF2-40B4-BE49-F238E27FC236}">
                    <a16:creationId xmlns:a16="http://schemas.microsoft.com/office/drawing/2014/main" id="{A6CD7F0F-3BA2-11C1-9AE2-2D1A1DBCDCC7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527" name="Gruppieren 526">
              <a:extLst>
                <a:ext uri="{FF2B5EF4-FFF2-40B4-BE49-F238E27FC236}">
                  <a16:creationId xmlns:a16="http://schemas.microsoft.com/office/drawing/2014/main" id="{1C0FFE87-7389-B63B-6AB3-E7A72929FECC}"/>
                </a:ext>
              </a:extLst>
            </p:cNvPr>
            <p:cNvGrpSpPr/>
            <p:nvPr/>
          </p:nvGrpSpPr>
          <p:grpSpPr>
            <a:xfrm>
              <a:off x="2899315" y="1083757"/>
              <a:ext cx="934720" cy="862240"/>
              <a:chOff x="812800" y="573471"/>
              <a:chExt cx="934720" cy="862240"/>
            </a:xfrm>
          </p:grpSpPr>
          <p:sp>
            <p:nvSpPr>
              <p:cNvPr id="543" name="Rechteck 542">
                <a:extLst>
                  <a:ext uri="{FF2B5EF4-FFF2-40B4-BE49-F238E27FC236}">
                    <a16:creationId xmlns:a16="http://schemas.microsoft.com/office/drawing/2014/main" id="{56105912-9B88-544A-1E68-B84130B7A8A6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44" name="Textfeld 543">
                <a:extLst>
                  <a:ext uri="{FF2B5EF4-FFF2-40B4-BE49-F238E27FC236}">
                    <a16:creationId xmlns:a16="http://schemas.microsoft.com/office/drawing/2014/main" id="{DB2EE13C-ADAB-D9B9-47A3-5B19DF5C1B72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T3</a:t>
                </a:r>
              </a:p>
            </p:txBody>
          </p:sp>
          <p:sp>
            <p:nvSpPr>
              <p:cNvPr id="545" name="Ellipse 544">
                <a:extLst>
                  <a:ext uri="{FF2B5EF4-FFF2-40B4-BE49-F238E27FC236}">
                    <a16:creationId xmlns:a16="http://schemas.microsoft.com/office/drawing/2014/main" id="{C288A17A-0104-CC50-A420-F05C795DD59B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46" name="Ellipse 545">
                <a:extLst>
                  <a:ext uri="{FF2B5EF4-FFF2-40B4-BE49-F238E27FC236}">
                    <a16:creationId xmlns:a16="http://schemas.microsoft.com/office/drawing/2014/main" id="{E5F6E8F9-7916-DA03-59E4-F4333E61C3E9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47" name="Ellipse 546">
                <a:extLst>
                  <a:ext uri="{FF2B5EF4-FFF2-40B4-BE49-F238E27FC236}">
                    <a16:creationId xmlns:a16="http://schemas.microsoft.com/office/drawing/2014/main" id="{87B6160A-DC58-171A-707D-4DD6551295A0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48" name="Ellipse 547">
                <a:extLst>
                  <a:ext uri="{FF2B5EF4-FFF2-40B4-BE49-F238E27FC236}">
                    <a16:creationId xmlns:a16="http://schemas.microsoft.com/office/drawing/2014/main" id="{902A249C-9DA7-943A-2E3F-EC67881AE00B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549" name="Gruppieren 548">
                <a:extLst>
                  <a:ext uri="{FF2B5EF4-FFF2-40B4-BE49-F238E27FC236}">
                    <a16:creationId xmlns:a16="http://schemas.microsoft.com/office/drawing/2014/main" id="{DA18282E-A8D1-A052-9B40-7C10764075D2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552" name="Ellipse 551">
                  <a:extLst>
                    <a:ext uri="{FF2B5EF4-FFF2-40B4-BE49-F238E27FC236}">
                      <a16:creationId xmlns:a16="http://schemas.microsoft.com/office/drawing/2014/main" id="{CA2CBA21-3F40-333A-232F-EF100A8C414A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53" name="Ellipse 552">
                  <a:extLst>
                    <a:ext uri="{FF2B5EF4-FFF2-40B4-BE49-F238E27FC236}">
                      <a16:creationId xmlns:a16="http://schemas.microsoft.com/office/drawing/2014/main" id="{EB1B157A-3D14-BECD-59C6-5A994531E84B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54" name="Ellipse 553">
                  <a:extLst>
                    <a:ext uri="{FF2B5EF4-FFF2-40B4-BE49-F238E27FC236}">
                      <a16:creationId xmlns:a16="http://schemas.microsoft.com/office/drawing/2014/main" id="{E9D2E64C-FD15-2E83-89CE-617467230C6D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55" name="Ellipse 554">
                  <a:extLst>
                    <a:ext uri="{FF2B5EF4-FFF2-40B4-BE49-F238E27FC236}">
                      <a16:creationId xmlns:a16="http://schemas.microsoft.com/office/drawing/2014/main" id="{ABFFAC30-B042-678E-600B-4359AA2530BF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550" name="Ellipse 549">
                <a:extLst>
                  <a:ext uri="{FF2B5EF4-FFF2-40B4-BE49-F238E27FC236}">
                    <a16:creationId xmlns:a16="http://schemas.microsoft.com/office/drawing/2014/main" id="{18BEA6D4-7D1C-7E64-8904-7BEBF9A297B2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51" name="Ellipse 550">
                <a:extLst>
                  <a:ext uri="{FF2B5EF4-FFF2-40B4-BE49-F238E27FC236}">
                    <a16:creationId xmlns:a16="http://schemas.microsoft.com/office/drawing/2014/main" id="{2220BECF-F0A7-947A-38D8-9901E903334D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grpSp>
          <p:nvGrpSpPr>
            <p:cNvPr id="528" name="Gruppieren 527">
              <a:extLst>
                <a:ext uri="{FF2B5EF4-FFF2-40B4-BE49-F238E27FC236}">
                  <a16:creationId xmlns:a16="http://schemas.microsoft.com/office/drawing/2014/main" id="{2C92B1A7-454A-91C7-809B-FDA0D230E24F}"/>
                </a:ext>
              </a:extLst>
            </p:cNvPr>
            <p:cNvGrpSpPr/>
            <p:nvPr/>
          </p:nvGrpSpPr>
          <p:grpSpPr>
            <a:xfrm>
              <a:off x="3926127" y="1083757"/>
              <a:ext cx="934720" cy="862240"/>
              <a:chOff x="812800" y="573471"/>
              <a:chExt cx="934720" cy="862240"/>
            </a:xfrm>
          </p:grpSpPr>
          <p:sp>
            <p:nvSpPr>
              <p:cNvPr id="530" name="Rechteck 529">
                <a:extLst>
                  <a:ext uri="{FF2B5EF4-FFF2-40B4-BE49-F238E27FC236}">
                    <a16:creationId xmlns:a16="http://schemas.microsoft.com/office/drawing/2014/main" id="{E8D88F19-4B5D-7D87-C4B5-81FF1455BD02}"/>
                  </a:ext>
                </a:extLst>
              </p:cNvPr>
              <p:cNvSpPr/>
              <p:nvPr/>
            </p:nvSpPr>
            <p:spPr>
              <a:xfrm>
                <a:off x="812800" y="573471"/>
                <a:ext cx="934720" cy="86224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31" name="Textfeld 530">
                <a:extLst>
                  <a:ext uri="{FF2B5EF4-FFF2-40B4-BE49-F238E27FC236}">
                    <a16:creationId xmlns:a16="http://schemas.microsoft.com/office/drawing/2014/main" id="{F95E6275-E02E-6237-93A7-F92E99441395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T4</a:t>
                </a:r>
              </a:p>
            </p:txBody>
          </p:sp>
          <p:sp>
            <p:nvSpPr>
              <p:cNvPr id="532" name="Ellipse 531">
                <a:extLst>
                  <a:ext uri="{FF2B5EF4-FFF2-40B4-BE49-F238E27FC236}">
                    <a16:creationId xmlns:a16="http://schemas.microsoft.com/office/drawing/2014/main" id="{54EE4E43-6DEC-08D3-6006-5386ED1D3724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33" name="Ellipse 532">
                <a:extLst>
                  <a:ext uri="{FF2B5EF4-FFF2-40B4-BE49-F238E27FC236}">
                    <a16:creationId xmlns:a16="http://schemas.microsoft.com/office/drawing/2014/main" id="{B17A7A37-3312-83FC-A1E5-BB037D7983FB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34" name="Ellipse 533">
                <a:extLst>
                  <a:ext uri="{FF2B5EF4-FFF2-40B4-BE49-F238E27FC236}">
                    <a16:creationId xmlns:a16="http://schemas.microsoft.com/office/drawing/2014/main" id="{FF426E88-C4F3-F76F-A160-863BE5AC6670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35" name="Ellipse 534">
                <a:extLst>
                  <a:ext uri="{FF2B5EF4-FFF2-40B4-BE49-F238E27FC236}">
                    <a16:creationId xmlns:a16="http://schemas.microsoft.com/office/drawing/2014/main" id="{9AE40E11-9B8B-AE26-6897-A79FD681F942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536" name="Gruppieren 535">
                <a:extLst>
                  <a:ext uri="{FF2B5EF4-FFF2-40B4-BE49-F238E27FC236}">
                    <a16:creationId xmlns:a16="http://schemas.microsoft.com/office/drawing/2014/main" id="{450318F8-E72B-0D78-FBA6-1CB3CE59AAA7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539" name="Ellipse 538">
                  <a:extLst>
                    <a:ext uri="{FF2B5EF4-FFF2-40B4-BE49-F238E27FC236}">
                      <a16:creationId xmlns:a16="http://schemas.microsoft.com/office/drawing/2014/main" id="{E238AB27-89B2-0D6B-902F-FEB42C71EB7C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40" name="Ellipse 539">
                  <a:extLst>
                    <a:ext uri="{FF2B5EF4-FFF2-40B4-BE49-F238E27FC236}">
                      <a16:creationId xmlns:a16="http://schemas.microsoft.com/office/drawing/2014/main" id="{56891E98-F0F8-241E-DE30-DEB7CEBB665C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41" name="Ellipse 540">
                  <a:extLst>
                    <a:ext uri="{FF2B5EF4-FFF2-40B4-BE49-F238E27FC236}">
                      <a16:creationId xmlns:a16="http://schemas.microsoft.com/office/drawing/2014/main" id="{A7BAA0E7-680E-1549-8DFA-79F44D5D58E4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542" name="Ellipse 541">
                  <a:extLst>
                    <a:ext uri="{FF2B5EF4-FFF2-40B4-BE49-F238E27FC236}">
                      <a16:creationId xmlns:a16="http://schemas.microsoft.com/office/drawing/2014/main" id="{97F2A511-6947-AD12-34AB-FEA622C216A0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537" name="Ellipse 536">
                <a:extLst>
                  <a:ext uri="{FF2B5EF4-FFF2-40B4-BE49-F238E27FC236}">
                    <a16:creationId xmlns:a16="http://schemas.microsoft.com/office/drawing/2014/main" id="{94D9F7E9-DA22-F3C0-0A65-D15CB45CF393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538" name="Ellipse 537">
                <a:extLst>
                  <a:ext uri="{FF2B5EF4-FFF2-40B4-BE49-F238E27FC236}">
                    <a16:creationId xmlns:a16="http://schemas.microsoft.com/office/drawing/2014/main" id="{6E9A8B7F-A13A-9421-978E-F86BB74BF8FD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  <p:sp>
          <p:nvSpPr>
            <p:cNvPr id="529" name="Rechteck: abgerundete Ecken 528">
              <a:extLst>
                <a:ext uri="{FF2B5EF4-FFF2-40B4-BE49-F238E27FC236}">
                  <a16:creationId xmlns:a16="http://schemas.microsoft.com/office/drawing/2014/main" id="{DCEA93BE-2D60-B19F-2791-A862785BE531}"/>
                </a:ext>
              </a:extLst>
            </p:cNvPr>
            <p:cNvSpPr/>
            <p:nvPr/>
          </p:nvSpPr>
          <p:spPr>
            <a:xfrm>
              <a:off x="694945" y="678396"/>
              <a:ext cx="4351344" cy="1402002"/>
            </a:xfrm>
            <a:prstGeom prst="roundRect">
              <a:avLst>
                <a:gd name="adj" fmla="val 12754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702" name="Rechteck 701">
            <a:extLst>
              <a:ext uri="{FF2B5EF4-FFF2-40B4-BE49-F238E27FC236}">
                <a16:creationId xmlns:a16="http://schemas.microsoft.com/office/drawing/2014/main" id="{0E344A91-35A9-80AA-B53C-36D42A27EE27}"/>
              </a:ext>
            </a:extLst>
          </p:cNvPr>
          <p:cNvSpPr/>
          <p:nvPr/>
        </p:nvSpPr>
        <p:spPr>
          <a:xfrm>
            <a:off x="7595038" y="2953594"/>
            <a:ext cx="3310484" cy="145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703" name="Textfeld 702">
            <a:extLst>
              <a:ext uri="{FF2B5EF4-FFF2-40B4-BE49-F238E27FC236}">
                <a16:creationId xmlns:a16="http://schemas.microsoft.com/office/drawing/2014/main" id="{5A7814AA-A7B3-38EC-F1C5-591C9B8D67BC}"/>
              </a:ext>
            </a:extLst>
          </p:cNvPr>
          <p:cNvSpPr txBox="1"/>
          <p:nvPr/>
        </p:nvSpPr>
        <p:spPr>
          <a:xfrm>
            <a:off x="7667249" y="298962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T2</a:t>
            </a:r>
          </a:p>
        </p:txBody>
      </p:sp>
      <p:grpSp>
        <p:nvGrpSpPr>
          <p:cNvPr id="704" name="Gruppieren 703">
            <a:extLst>
              <a:ext uri="{FF2B5EF4-FFF2-40B4-BE49-F238E27FC236}">
                <a16:creationId xmlns:a16="http://schemas.microsoft.com/office/drawing/2014/main" id="{D7675943-B0A1-B542-4FF4-528B4F67FBCE}"/>
              </a:ext>
            </a:extLst>
          </p:cNvPr>
          <p:cNvGrpSpPr/>
          <p:nvPr/>
        </p:nvGrpSpPr>
        <p:grpSpPr>
          <a:xfrm>
            <a:off x="7794208" y="3394986"/>
            <a:ext cx="886968" cy="867205"/>
            <a:chOff x="6263640" y="1083758"/>
            <a:chExt cx="886968" cy="867205"/>
          </a:xfrm>
        </p:grpSpPr>
        <p:sp>
          <p:nvSpPr>
            <p:cNvPr id="765" name="Rechteck: abgerundete Ecken 764">
              <a:extLst>
                <a:ext uri="{FF2B5EF4-FFF2-40B4-BE49-F238E27FC236}">
                  <a16:creationId xmlns:a16="http://schemas.microsoft.com/office/drawing/2014/main" id="{27CD332E-7B9F-35A7-BB6C-ED2C5690B9A7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766" name="Gruppieren 765">
              <a:extLst>
                <a:ext uri="{FF2B5EF4-FFF2-40B4-BE49-F238E27FC236}">
                  <a16:creationId xmlns:a16="http://schemas.microsoft.com/office/drawing/2014/main" id="{57411BFB-7093-0239-C828-0B48B330A9B5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767" name="Textfeld 766">
                <a:extLst>
                  <a:ext uri="{FF2B5EF4-FFF2-40B4-BE49-F238E27FC236}">
                    <a16:creationId xmlns:a16="http://schemas.microsoft.com/office/drawing/2014/main" id="{3E41BC3D-C75A-3F3B-EFCE-22B3853B448A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E4</a:t>
                </a:r>
              </a:p>
            </p:txBody>
          </p:sp>
          <p:sp>
            <p:nvSpPr>
              <p:cNvPr id="768" name="Ellipse 767">
                <a:extLst>
                  <a:ext uri="{FF2B5EF4-FFF2-40B4-BE49-F238E27FC236}">
                    <a16:creationId xmlns:a16="http://schemas.microsoft.com/office/drawing/2014/main" id="{AF94A894-FCCE-36ED-C6A9-BEC44963DE8B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69" name="Ellipse 768">
                <a:extLst>
                  <a:ext uri="{FF2B5EF4-FFF2-40B4-BE49-F238E27FC236}">
                    <a16:creationId xmlns:a16="http://schemas.microsoft.com/office/drawing/2014/main" id="{C53CC7E6-BEDA-A502-8072-2811CA175BDA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70" name="Ellipse 769">
                <a:extLst>
                  <a:ext uri="{FF2B5EF4-FFF2-40B4-BE49-F238E27FC236}">
                    <a16:creationId xmlns:a16="http://schemas.microsoft.com/office/drawing/2014/main" id="{4B70EF4F-B7F8-05F3-3702-772D7F27A051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71" name="Ellipse 770">
                <a:extLst>
                  <a:ext uri="{FF2B5EF4-FFF2-40B4-BE49-F238E27FC236}">
                    <a16:creationId xmlns:a16="http://schemas.microsoft.com/office/drawing/2014/main" id="{39342353-2B34-1844-36AE-F9977D725399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772" name="Gruppieren 771">
                <a:extLst>
                  <a:ext uri="{FF2B5EF4-FFF2-40B4-BE49-F238E27FC236}">
                    <a16:creationId xmlns:a16="http://schemas.microsoft.com/office/drawing/2014/main" id="{2EEC7D83-9C08-A9EF-2C4C-EE233DB6BDC5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775" name="Ellipse 774">
                  <a:extLst>
                    <a:ext uri="{FF2B5EF4-FFF2-40B4-BE49-F238E27FC236}">
                      <a16:creationId xmlns:a16="http://schemas.microsoft.com/office/drawing/2014/main" id="{5062FFC9-6313-E5CF-52BB-F14F43A6FE61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776" name="Ellipse 775">
                  <a:extLst>
                    <a:ext uri="{FF2B5EF4-FFF2-40B4-BE49-F238E27FC236}">
                      <a16:creationId xmlns:a16="http://schemas.microsoft.com/office/drawing/2014/main" id="{6C2B8A40-528D-A286-1C77-5FBC5C44E55D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777" name="Ellipse 776">
                  <a:extLst>
                    <a:ext uri="{FF2B5EF4-FFF2-40B4-BE49-F238E27FC236}">
                      <a16:creationId xmlns:a16="http://schemas.microsoft.com/office/drawing/2014/main" id="{9D95E894-5C81-3265-A024-3154FAE76417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778" name="Ellipse 777">
                  <a:extLst>
                    <a:ext uri="{FF2B5EF4-FFF2-40B4-BE49-F238E27FC236}">
                      <a16:creationId xmlns:a16="http://schemas.microsoft.com/office/drawing/2014/main" id="{791414BE-9DD4-73B1-1245-E73EDCE8CA05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773" name="Ellipse 772">
                <a:extLst>
                  <a:ext uri="{FF2B5EF4-FFF2-40B4-BE49-F238E27FC236}">
                    <a16:creationId xmlns:a16="http://schemas.microsoft.com/office/drawing/2014/main" id="{14E0EA89-49D8-8550-3C60-A6FB29023006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74" name="Ellipse 773">
                <a:extLst>
                  <a:ext uri="{FF2B5EF4-FFF2-40B4-BE49-F238E27FC236}">
                    <a16:creationId xmlns:a16="http://schemas.microsoft.com/office/drawing/2014/main" id="{D3BFCC4B-E3D2-41BA-2E94-3EC46BD0A721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705" name="Gruppieren 704">
            <a:extLst>
              <a:ext uri="{FF2B5EF4-FFF2-40B4-BE49-F238E27FC236}">
                <a16:creationId xmlns:a16="http://schemas.microsoft.com/office/drawing/2014/main" id="{63D8BC8C-2A1E-4439-BCA8-2315C2E3E379}"/>
              </a:ext>
            </a:extLst>
          </p:cNvPr>
          <p:cNvGrpSpPr/>
          <p:nvPr/>
        </p:nvGrpSpPr>
        <p:grpSpPr>
          <a:xfrm>
            <a:off x="8802733" y="3384016"/>
            <a:ext cx="886968" cy="867205"/>
            <a:chOff x="6263640" y="1083758"/>
            <a:chExt cx="886968" cy="867205"/>
          </a:xfrm>
        </p:grpSpPr>
        <p:sp>
          <p:nvSpPr>
            <p:cNvPr id="751" name="Rechteck: abgerundete Ecken 750">
              <a:extLst>
                <a:ext uri="{FF2B5EF4-FFF2-40B4-BE49-F238E27FC236}">
                  <a16:creationId xmlns:a16="http://schemas.microsoft.com/office/drawing/2014/main" id="{25448758-2486-7D88-841C-68BBD69EFD6A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752" name="Gruppieren 751">
              <a:extLst>
                <a:ext uri="{FF2B5EF4-FFF2-40B4-BE49-F238E27FC236}">
                  <a16:creationId xmlns:a16="http://schemas.microsoft.com/office/drawing/2014/main" id="{0474EA29-471B-36F4-C12C-AD90357EFC7B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753" name="Textfeld 752">
                <a:extLst>
                  <a:ext uri="{FF2B5EF4-FFF2-40B4-BE49-F238E27FC236}">
                    <a16:creationId xmlns:a16="http://schemas.microsoft.com/office/drawing/2014/main" id="{0EAB66D7-AED0-27A6-3EEE-8049A3C32E2D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E5</a:t>
                </a:r>
              </a:p>
            </p:txBody>
          </p:sp>
          <p:sp>
            <p:nvSpPr>
              <p:cNvPr id="754" name="Ellipse 753">
                <a:extLst>
                  <a:ext uri="{FF2B5EF4-FFF2-40B4-BE49-F238E27FC236}">
                    <a16:creationId xmlns:a16="http://schemas.microsoft.com/office/drawing/2014/main" id="{1870CC3B-FD6C-0966-3A03-AE0AF7960E7E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55" name="Ellipse 754">
                <a:extLst>
                  <a:ext uri="{FF2B5EF4-FFF2-40B4-BE49-F238E27FC236}">
                    <a16:creationId xmlns:a16="http://schemas.microsoft.com/office/drawing/2014/main" id="{343B10D5-BDBE-CAE6-5D9D-8F16A371EEB4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56" name="Ellipse 755">
                <a:extLst>
                  <a:ext uri="{FF2B5EF4-FFF2-40B4-BE49-F238E27FC236}">
                    <a16:creationId xmlns:a16="http://schemas.microsoft.com/office/drawing/2014/main" id="{3AF56A84-83C5-4D46-4254-BCEDF1B2504C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57" name="Ellipse 756">
                <a:extLst>
                  <a:ext uri="{FF2B5EF4-FFF2-40B4-BE49-F238E27FC236}">
                    <a16:creationId xmlns:a16="http://schemas.microsoft.com/office/drawing/2014/main" id="{95D4B9F6-EC20-BB4A-127C-CEA52B136CB5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758" name="Gruppieren 757">
                <a:extLst>
                  <a:ext uri="{FF2B5EF4-FFF2-40B4-BE49-F238E27FC236}">
                    <a16:creationId xmlns:a16="http://schemas.microsoft.com/office/drawing/2014/main" id="{DDA0E0BF-D081-420B-9A41-4279C3E5DD64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761" name="Ellipse 760">
                  <a:extLst>
                    <a:ext uri="{FF2B5EF4-FFF2-40B4-BE49-F238E27FC236}">
                      <a16:creationId xmlns:a16="http://schemas.microsoft.com/office/drawing/2014/main" id="{7739C132-E5AF-8375-24EA-6C56AF3D9BF2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762" name="Ellipse 761">
                  <a:extLst>
                    <a:ext uri="{FF2B5EF4-FFF2-40B4-BE49-F238E27FC236}">
                      <a16:creationId xmlns:a16="http://schemas.microsoft.com/office/drawing/2014/main" id="{43A5ADA5-B481-1380-9795-D1DFB9E03803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763" name="Ellipse 762">
                  <a:extLst>
                    <a:ext uri="{FF2B5EF4-FFF2-40B4-BE49-F238E27FC236}">
                      <a16:creationId xmlns:a16="http://schemas.microsoft.com/office/drawing/2014/main" id="{0426D0D5-1D06-F950-84EF-1F38AFD613DD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764" name="Ellipse 763">
                  <a:extLst>
                    <a:ext uri="{FF2B5EF4-FFF2-40B4-BE49-F238E27FC236}">
                      <a16:creationId xmlns:a16="http://schemas.microsoft.com/office/drawing/2014/main" id="{4F2B1DCA-C05F-2E5B-A5CA-E69A4248823A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759" name="Ellipse 758">
                <a:extLst>
                  <a:ext uri="{FF2B5EF4-FFF2-40B4-BE49-F238E27FC236}">
                    <a16:creationId xmlns:a16="http://schemas.microsoft.com/office/drawing/2014/main" id="{5B961B79-26B5-9D8C-A7E5-61570E92C60B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60" name="Ellipse 759">
                <a:extLst>
                  <a:ext uri="{FF2B5EF4-FFF2-40B4-BE49-F238E27FC236}">
                    <a16:creationId xmlns:a16="http://schemas.microsoft.com/office/drawing/2014/main" id="{2633D752-FF76-6278-74C1-E6F735CD4D74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706" name="Gruppieren 705">
            <a:extLst>
              <a:ext uri="{FF2B5EF4-FFF2-40B4-BE49-F238E27FC236}">
                <a16:creationId xmlns:a16="http://schemas.microsoft.com/office/drawing/2014/main" id="{A4FB34AE-E2BC-F065-8C36-E9E607F3338C}"/>
              </a:ext>
            </a:extLst>
          </p:cNvPr>
          <p:cNvGrpSpPr/>
          <p:nvPr/>
        </p:nvGrpSpPr>
        <p:grpSpPr>
          <a:xfrm>
            <a:off x="9826951" y="3373046"/>
            <a:ext cx="886968" cy="867205"/>
            <a:chOff x="6263640" y="1083758"/>
            <a:chExt cx="886968" cy="867205"/>
          </a:xfrm>
        </p:grpSpPr>
        <p:sp>
          <p:nvSpPr>
            <p:cNvPr id="737" name="Rechteck: abgerundete Ecken 736">
              <a:extLst>
                <a:ext uri="{FF2B5EF4-FFF2-40B4-BE49-F238E27FC236}">
                  <a16:creationId xmlns:a16="http://schemas.microsoft.com/office/drawing/2014/main" id="{BF6AD9A5-D932-9534-6BF1-0D2EBAA5157E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738" name="Gruppieren 737">
              <a:extLst>
                <a:ext uri="{FF2B5EF4-FFF2-40B4-BE49-F238E27FC236}">
                  <a16:creationId xmlns:a16="http://schemas.microsoft.com/office/drawing/2014/main" id="{56D3012E-63A0-BED6-EE26-9F2241A2AEFF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739" name="Textfeld 738">
                <a:extLst>
                  <a:ext uri="{FF2B5EF4-FFF2-40B4-BE49-F238E27FC236}">
                    <a16:creationId xmlns:a16="http://schemas.microsoft.com/office/drawing/2014/main" id="{C46A965C-B1D0-CE20-24AB-29F6A876D09D}"/>
                  </a:ext>
                </a:extLst>
              </p:cNvPr>
              <p:cNvSpPr txBox="1"/>
              <p:nvPr/>
            </p:nvSpPr>
            <p:spPr>
              <a:xfrm>
                <a:off x="1090919" y="819925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E6</a:t>
                </a:r>
              </a:p>
            </p:txBody>
          </p:sp>
          <p:sp>
            <p:nvSpPr>
              <p:cNvPr id="740" name="Ellipse 739">
                <a:extLst>
                  <a:ext uri="{FF2B5EF4-FFF2-40B4-BE49-F238E27FC236}">
                    <a16:creationId xmlns:a16="http://schemas.microsoft.com/office/drawing/2014/main" id="{6D2882C1-3E7E-E302-3F52-8AB4A9680436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41" name="Ellipse 740">
                <a:extLst>
                  <a:ext uri="{FF2B5EF4-FFF2-40B4-BE49-F238E27FC236}">
                    <a16:creationId xmlns:a16="http://schemas.microsoft.com/office/drawing/2014/main" id="{585F41A8-426B-1E4F-765E-BF3A4550AFA9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42" name="Ellipse 741">
                <a:extLst>
                  <a:ext uri="{FF2B5EF4-FFF2-40B4-BE49-F238E27FC236}">
                    <a16:creationId xmlns:a16="http://schemas.microsoft.com/office/drawing/2014/main" id="{6E6AB941-1579-F3BB-FBB9-28FA447E355B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43" name="Ellipse 742">
                <a:extLst>
                  <a:ext uri="{FF2B5EF4-FFF2-40B4-BE49-F238E27FC236}">
                    <a16:creationId xmlns:a16="http://schemas.microsoft.com/office/drawing/2014/main" id="{8C8D5551-9F6D-7A8C-415F-3F5F45F1B731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744" name="Gruppieren 743">
                <a:extLst>
                  <a:ext uri="{FF2B5EF4-FFF2-40B4-BE49-F238E27FC236}">
                    <a16:creationId xmlns:a16="http://schemas.microsoft.com/office/drawing/2014/main" id="{189902E2-5AFD-7BB8-9E3F-C56ED91FD54F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747" name="Ellipse 746">
                  <a:extLst>
                    <a:ext uri="{FF2B5EF4-FFF2-40B4-BE49-F238E27FC236}">
                      <a16:creationId xmlns:a16="http://schemas.microsoft.com/office/drawing/2014/main" id="{77E17D13-42F4-E48F-1873-15E95EEC94CA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748" name="Ellipse 747">
                  <a:extLst>
                    <a:ext uri="{FF2B5EF4-FFF2-40B4-BE49-F238E27FC236}">
                      <a16:creationId xmlns:a16="http://schemas.microsoft.com/office/drawing/2014/main" id="{A5A2852D-9AAD-ABC2-6662-0CF18A2D67E0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749" name="Ellipse 748">
                  <a:extLst>
                    <a:ext uri="{FF2B5EF4-FFF2-40B4-BE49-F238E27FC236}">
                      <a16:creationId xmlns:a16="http://schemas.microsoft.com/office/drawing/2014/main" id="{38E23B21-F722-5C17-BDD2-C53066C1D132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750" name="Ellipse 749">
                  <a:extLst>
                    <a:ext uri="{FF2B5EF4-FFF2-40B4-BE49-F238E27FC236}">
                      <a16:creationId xmlns:a16="http://schemas.microsoft.com/office/drawing/2014/main" id="{C2F45A17-B46C-880F-6BD5-F8CB9043B139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745" name="Ellipse 744">
                <a:extLst>
                  <a:ext uri="{FF2B5EF4-FFF2-40B4-BE49-F238E27FC236}">
                    <a16:creationId xmlns:a16="http://schemas.microsoft.com/office/drawing/2014/main" id="{77834EAE-556B-74EF-E13D-5C6F5DBCCF31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746" name="Ellipse 745">
                <a:extLst>
                  <a:ext uri="{FF2B5EF4-FFF2-40B4-BE49-F238E27FC236}">
                    <a16:creationId xmlns:a16="http://schemas.microsoft.com/office/drawing/2014/main" id="{58F7B3BF-0EC9-940D-0340-28EACBF54E6D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sp>
        <p:nvSpPr>
          <p:cNvPr id="780" name="Rechteck 779">
            <a:extLst>
              <a:ext uri="{FF2B5EF4-FFF2-40B4-BE49-F238E27FC236}">
                <a16:creationId xmlns:a16="http://schemas.microsoft.com/office/drawing/2014/main" id="{C79F9443-3E4D-290F-CAF2-092EE55C3F84}"/>
              </a:ext>
            </a:extLst>
          </p:cNvPr>
          <p:cNvSpPr/>
          <p:nvPr/>
        </p:nvSpPr>
        <p:spPr>
          <a:xfrm>
            <a:off x="7595038" y="4553513"/>
            <a:ext cx="3310484" cy="145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781" name="Textfeld 780">
            <a:extLst>
              <a:ext uri="{FF2B5EF4-FFF2-40B4-BE49-F238E27FC236}">
                <a16:creationId xmlns:a16="http://schemas.microsoft.com/office/drawing/2014/main" id="{6E703F63-2F4E-E982-A4AF-9D514D16DF2B}"/>
              </a:ext>
            </a:extLst>
          </p:cNvPr>
          <p:cNvSpPr txBox="1"/>
          <p:nvPr/>
        </p:nvSpPr>
        <p:spPr>
          <a:xfrm>
            <a:off x="7667249" y="458954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T3</a:t>
            </a:r>
          </a:p>
        </p:txBody>
      </p:sp>
      <p:grpSp>
        <p:nvGrpSpPr>
          <p:cNvPr id="782" name="Gruppieren 781">
            <a:extLst>
              <a:ext uri="{FF2B5EF4-FFF2-40B4-BE49-F238E27FC236}">
                <a16:creationId xmlns:a16="http://schemas.microsoft.com/office/drawing/2014/main" id="{C1844A84-AED8-4B46-DE7E-1FC864881642}"/>
              </a:ext>
            </a:extLst>
          </p:cNvPr>
          <p:cNvGrpSpPr/>
          <p:nvPr/>
        </p:nvGrpSpPr>
        <p:grpSpPr>
          <a:xfrm>
            <a:off x="7794208" y="4994906"/>
            <a:ext cx="886968" cy="867205"/>
            <a:chOff x="6263640" y="1083758"/>
            <a:chExt cx="886968" cy="867205"/>
          </a:xfrm>
        </p:grpSpPr>
        <p:sp>
          <p:nvSpPr>
            <p:cNvPr id="843" name="Rechteck: abgerundete Ecken 842">
              <a:extLst>
                <a:ext uri="{FF2B5EF4-FFF2-40B4-BE49-F238E27FC236}">
                  <a16:creationId xmlns:a16="http://schemas.microsoft.com/office/drawing/2014/main" id="{64D939F0-632A-4DE7-B15E-6E8B43807154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844" name="Gruppieren 843">
              <a:extLst>
                <a:ext uri="{FF2B5EF4-FFF2-40B4-BE49-F238E27FC236}">
                  <a16:creationId xmlns:a16="http://schemas.microsoft.com/office/drawing/2014/main" id="{1CC1BCC2-1870-B158-DCF0-0D7A3BB2E952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845" name="Textfeld 844">
                <a:extLst>
                  <a:ext uri="{FF2B5EF4-FFF2-40B4-BE49-F238E27FC236}">
                    <a16:creationId xmlns:a16="http://schemas.microsoft.com/office/drawing/2014/main" id="{99B3861E-EBF5-AC05-6784-6F628E8604B4}"/>
                  </a:ext>
                </a:extLst>
              </p:cNvPr>
              <p:cNvSpPr txBox="1"/>
              <p:nvPr/>
            </p:nvSpPr>
            <p:spPr>
              <a:xfrm>
                <a:off x="1091337" y="819925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E7</a:t>
                </a:r>
              </a:p>
            </p:txBody>
          </p:sp>
          <p:sp>
            <p:nvSpPr>
              <p:cNvPr id="846" name="Ellipse 845">
                <a:extLst>
                  <a:ext uri="{FF2B5EF4-FFF2-40B4-BE49-F238E27FC236}">
                    <a16:creationId xmlns:a16="http://schemas.microsoft.com/office/drawing/2014/main" id="{34BF9683-2472-5A19-29CC-8D61CE69A75B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47" name="Ellipse 846">
                <a:extLst>
                  <a:ext uri="{FF2B5EF4-FFF2-40B4-BE49-F238E27FC236}">
                    <a16:creationId xmlns:a16="http://schemas.microsoft.com/office/drawing/2014/main" id="{025DED34-8A99-71E8-CFD0-C029CEA8CB6B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48" name="Ellipse 847">
                <a:extLst>
                  <a:ext uri="{FF2B5EF4-FFF2-40B4-BE49-F238E27FC236}">
                    <a16:creationId xmlns:a16="http://schemas.microsoft.com/office/drawing/2014/main" id="{CD0F884B-A53D-847B-3150-AE422F3F1D8E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49" name="Ellipse 848">
                <a:extLst>
                  <a:ext uri="{FF2B5EF4-FFF2-40B4-BE49-F238E27FC236}">
                    <a16:creationId xmlns:a16="http://schemas.microsoft.com/office/drawing/2014/main" id="{65FFED43-765C-F6CB-4C46-7A85B30DC2BD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850" name="Gruppieren 849">
                <a:extLst>
                  <a:ext uri="{FF2B5EF4-FFF2-40B4-BE49-F238E27FC236}">
                    <a16:creationId xmlns:a16="http://schemas.microsoft.com/office/drawing/2014/main" id="{0658908F-F056-2544-A3CE-873A0D011A5D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853" name="Ellipse 852">
                  <a:extLst>
                    <a:ext uri="{FF2B5EF4-FFF2-40B4-BE49-F238E27FC236}">
                      <a16:creationId xmlns:a16="http://schemas.microsoft.com/office/drawing/2014/main" id="{713C50F7-CE07-A35B-D93E-4B69048676C8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54" name="Ellipse 853">
                  <a:extLst>
                    <a:ext uri="{FF2B5EF4-FFF2-40B4-BE49-F238E27FC236}">
                      <a16:creationId xmlns:a16="http://schemas.microsoft.com/office/drawing/2014/main" id="{E5D81226-5B9C-C4AF-7358-EF13223F5BA3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55" name="Ellipse 854">
                  <a:extLst>
                    <a:ext uri="{FF2B5EF4-FFF2-40B4-BE49-F238E27FC236}">
                      <a16:creationId xmlns:a16="http://schemas.microsoft.com/office/drawing/2014/main" id="{F24A738A-B092-7C78-2A42-133F0FA2ACC8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56" name="Ellipse 855">
                  <a:extLst>
                    <a:ext uri="{FF2B5EF4-FFF2-40B4-BE49-F238E27FC236}">
                      <a16:creationId xmlns:a16="http://schemas.microsoft.com/office/drawing/2014/main" id="{69F92D3F-704A-F93D-FDCB-4A39C4490C5E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851" name="Ellipse 850">
                <a:extLst>
                  <a:ext uri="{FF2B5EF4-FFF2-40B4-BE49-F238E27FC236}">
                    <a16:creationId xmlns:a16="http://schemas.microsoft.com/office/drawing/2014/main" id="{BE2169CC-6C0D-A4A7-CED5-1EC8E993F967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52" name="Ellipse 851">
                <a:extLst>
                  <a:ext uri="{FF2B5EF4-FFF2-40B4-BE49-F238E27FC236}">
                    <a16:creationId xmlns:a16="http://schemas.microsoft.com/office/drawing/2014/main" id="{9FE693F2-2C39-A7DE-4466-38E3BF556E68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783" name="Gruppieren 782">
            <a:extLst>
              <a:ext uri="{FF2B5EF4-FFF2-40B4-BE49-F238E27FC236}">
                <a16:creationId xmlns:a16="http://schemas.microsoft.com/office/drawing/2014/main" id="{D81FA431-9682-B616-C64F-12C05879DF9E}"/>
              </a:ext>
            </a:extLst>
          </p:cNvPr>
          <p:cNvGrpSpPr/>
          <p:nvPr/>
        </p:nvGrpSpPr>
        <p:grpSpPr>
          <a:xfrm>
            <a:off x="8802733" y="4983936"/>
            <a:ext cx="886968" cy="867205"/>
            <a:chOff x="6263640" y="1083758"/>
            <a:chExt cx="886968" cy="867205"/>
          </a:xfrm>
        </p:grpSpPr>
        <p:sp>
          <p:nvSpPr>
            <p:cNvPr id="829" name="Rechteck: abgerundete Ecken 828">
              <a:extLst>
                <a:ext uri="{FF2B5EF4-FFF2-40B4-BE49-F238E27FC236}">
                  <a16:creationId xmlns:a16="http://schemas.microsoft.com/office/drawing/2014/main" id="{21522959-3B17-8A68-C6A4-BC317F33748A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830" name="Gruppieren 829">
              <a:extLst>
                <a:ext uri="{FF2B5EF4-FFF2-40B4-BE49-F238E27FC236}">
                  <a16:creationId xmlns:a16="http://schemas.microsoft.com/office/drawing/2014/main" id="{8DE10891-C398-9A0C-2959-249912D3EE52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831" name="Textfeld 830">
                <a:extLst>
                  <a:ext uri="{FF2B5EF4-FFF2-40B4-BE49-F238E27FC236}">
                    <a16:creationId xmlns:a16="http://schemas.microsoft.com/office/drawing/2014/main" id="{02D2DCE7-0F92-8F0A-ED1E-A454FE5014EC}"/>
                  </a:ext>
                </a:extLst>
              </p:cNvPr>
              <p:cNvSpPr txBox="1"/>
              <p:nvPr/>
            </p:nvSpPr>
            <p:spPr>
              <a:xfrm>
                <a:off x="1091339" y="819925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E8</a:t>
                </a:r>
              </a:p>
            </p:txBody>
          </p:sp>
          <p:sp>
            <p:nvSpPr>
              <p:cNvPr id="832" name="Ellipse 831">
                <a:extLst>
                  <a:ext uri="{FF2B5EF4-FFF2-40B4-BE49-F238E27FC236}">
                    <a16:creationId xmlns:a16="http://schemas.microsoft.com/office/drawing/2014/main" id="{2957DBA8-3B03-D50B-4613-BD839EF2C1B2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33" name="Ellipse 832">
                <a:extLst>
                  <a:ext uri="{FF2B5EF4-FFF2-40B4-BE49-F238E27FC236}">
                    <a16:creationId xmlns:a16="http://schemas.microsoft.com/office/drawing/2014/main" id="{E58C34BD-58B6-4958-1876-BB4C4863AE63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34" name="Ellipse 833">
                <a:extLst>
                  <a:ext uri="{FF2B5EF4-FFF2-40B4-BE49-F238E27FC236}">
                    <a16:creationId xmlns:a16="http://schemas.microsoft.com/office/drawing/2014/main" id="{E70E33C7-4102-F594-7081-F385FF7EBA9C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35" name="Ellipse 834">
                <a:extLst>
                  <a:ext uri="{FF2B5EF4-FFF2-40B4-BE49-F238E27FC236}">
                    <a16:creationId xmlns:a16="http://schemas.microsoft.com/office/drawing/2014/main" id="{3E83B682-8415-8A85-83CF-52F32764A60F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836" name="Gruppieren 835">
                <a:extLst>
                  <a:ext uri="{FF2B5EF4-FFF2-40B4-BE49-F238E27FC236}">
                    <a16:creationId xmlns:a16="http://schemas.microsoft.com/office/drawing/2014/main" id="{0295EB7A-D923-85FC-2E60-F3244D651D62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839" name="Ellipse 838">
                  <a:extLst>
                    <a:ext uri="{FF2B5EF4-FFF2-40B4-BE49-F238E27FC236}">
                      <a16:creationId xmlns:a16="http://schemas.microsoft.com/office/drawing/2014/main" id="{D8CE25DD-4D1F-D188-4422-C7E1919B2514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40" name="Ellipse 839">
                  <a:extLst>
                    <a:ext uri="{FF2B5EF4-FFF2-40B4-BE49-F238E27FC236}">
                      <a16:creationId xmlns:a16="http://schemas.microsoft.com/office/drawing/2014/main" id="{66BF98D6-F3B7-E824-8C17-DDDF9F490284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41" name="Ellipse 840">
                  <a:extLst>
                    <a:ext uri="{FF2B5EF4-FFF2-40B4-BE49-F238E27FC236}">
                      <a16:creationId xmlns:a16="http://schemas.microsoft.com/office/drawing/2014/main" id="{3A680ED4-4F95-7970-7619-05430B3C96D2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42" name="Ellipse 841">
                  <a:extLst>
                    <a:ext uri="{FF2B5EF4-FFF2-40B4-BE49-F238E27FC236}">
                      <a16:creationId xmlns:a16="http://schemas.microsoft.com/office/drawing/2014/main" id="{1295EBEF-EE07-294C-D29B-52EE3071275A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837" name="Ellipse 836">
                <a:extLst>
                  <a:ext uri="{FF2B5EF4-FFF2-40B4-BE49-F238E27FC236}">
                    <a16:creationId xmlns:a16="http://schemas.microsoft.com/office/drawing/2014/main" id="{C213A9D0-60B5-B632-70B4-41FDE0560502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38" name="Ellipse 837">
                <a:extLst>
                  <a:ext uri="{FF2B5EF4-FFF2-40B4-BE49-F238E27FC236}">
                    <a16:creationId xmlns:a16="http://schemas.microsoft.com/office/drawing/2014/main" id="{C81E79CD-124E-92A2-7DBB-A9938F8CDF9B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784" name="Gruppieren 783">
            <a:extLst>
              <a:ext uri="{FF2B5EF4-FFF2-40B4-BE49-F238E27FC236}">
                <a16:creationId xmlns:a16="http://schemas.microsoft.com/office/drawing/2014/main" id="{8CA44AB3-1955-9ECD-B476-D5F72B6025CA}"/>
              </a:ext>
            </a:extLst>
          </p:cNvPr>
          <p:cNvGrpSpPr/>
          <p:nvPr/>
        </p:nvGrpSpPr>
        <p:grpSpPr>
          <a:xfrm>
            <a:off x="9826951" y="4972966"/>
            <a:ext cx="886968" cy="867205"/>
            <a:chOff x="6263640" y="1083758"/>
            <a:chExt cx="886968" cy="867205"/>
          </a:xfrm>
        </p:grpSpPr>
        <p:sp>
          <p:nvSpPr>
            <p:cNvPr id="815" name="Rechteck: abgerundete Ecken 814">
              <a:extLst>
                <a:ext uri="{FF2B5EF4-FFF2-40B4-BE49-F238E27FC236}">
                  <a16:creationId xmlns:a16="http://schemas.microsoft.com/office/drawing/2014/main" id="{3002248E-35A6-90F6-A406-C729E94998F6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816" name="Gruppieren 815">
              <a:extLst>
                <a:ext uri="{FF2B5EF4-FFF2-40B4-BE49-F238E27FC236}">
                  <a16:creationId xmlns:a16="http://schemas.microsoft.com/office/drawing/2014/main" id="{A0731157-50B2-CF5B-9BD7-38D9CB3BF680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817" name="Textfeld 816">
                <a:extLst>
                  <a:ext uri="{FF2B5EF4-FFF2-40B4-BE49-F238E27FC236}">
                    <a16:creationId xmlns:a16="http://schemas.microsoft.com/office/drawing/2014/main" id="{5E07D0DD-8206-539F-589B-8054CDF93258}"/>
                  </a:ext>
                </a:extLst>
              </p:cNvPr>
              <p:cNvSpPr txBox="1"/>
              <p:nvPr/>
            </p:nvSpPr>
            <p:spPr>
              <a:xfrm>
                <a:off x="1070317" y="819925"/>
                <a:ext cx="466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E9</a:t>
                </a:r>
              </a:p>
            </p:txBody>
          </p:sp>
          <p:sp>
            <p:nvSpPr>
              <p:cNvPr id="818" name="Ellipse 817">
                <a:extLst>
                  <a:ext uri="{FF2B5EF4-FFF2-40B4-BE49-F238E27FC236}">
                    <a16:creationId xmlns:a16="http://schemas.microsoft.com/office/drawing/2014/main" id="{8D21D919-CA55-888F-0D86-64B91F16B4C9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19" name="Ellipse 818">
                <a:extLst>
                  <a:ext uri="{FF2B5EF4-FFF2-40B4-BE49-F238E27FC236}">
                    <a16:creationId xmlns:a16="http://schemas.microsoft.com/office/drawing/2014/main" id="{B9700EE4-1EEC-F06F-05C0-41C4F7DFCE23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20" name="Ellipse 819">
                <a:extLst>
                  <a:ext uri="{FF2B5EF4-FFF2-40B4-BE49-F238E27FC236}">
                    <a16:creationId xmlns:a16="http://schemas.microsoft.com/office/drawing/2014/main" id="{43BE8CA9-DEAF-47D7-68EA-0FAC3542589A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21" name="Ellipse 820">
                <a:extLst>
                  <a:ext uri="{FF2B5EF4-FFF2-40B4-BE49-F238E27FC236}">
                    <a16:creationId xmlns:a16="http://schemas.microsoft.com/office/drawing/2014/main" id="{F54A4539-9665-E2E5-1AA1-64A4561E5B45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822" name="Gruppieren 821">
                <a:extLst>
                  <a:ext uri="{FF2B5EF4-FFF2-40B4-BE49-F238E27FC236}">
                    <a16:creationId xmlns:a16="http://schemas.microsoft.com/office/drawing/2014/main" id="{1CB29C03-6F5C-82CB-481F-3B7A1E9EDB1F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825" name="Ellipse 824">
                  <a:extLst>
                    <a:ext uri="{FF2B5EF4-FFF2-40B4-BE49-F238E27FC236}">
                      <a16:creationId xmlns:a16="http://schemas.microsoft.com/office/drawing/2014/main" id="{73BA220C-0C6F-5650-6998-F33D6032EB4D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26" name="Ellipse 825">
                  <a:extLst>
                    <a:ext uri="{FF2B5EF4-FFF2-40B4-BE49-F238E27FC236}">
                      <a16:creationId xmlns:a16="http://schemas.microsoft.com/office/drawing/2014/main" id="{3B7C1AED-D6A9-7A71-E8A9-26714545FBC4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27" name="Ellipse 826">
                  <a:extLst>
                    <a:ext uri="{FF2B5EF4-FFF2-40B4-BE49-F238E27FC236}">
                      <a16:creationId xmlns:a16="http://schemas.microsoft.com/office/drawing/2014/main" id="{0BF3E516-A953-A252-362D-A5AFB6E6A313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828" name="Ellipse 827">
                  <a:extLst>
                    <a:ext uri="{FF2B5EF4-FFF2-40B4-BE49-F238E27FC236}">
                      <a16:creationId xmlns:a16="http://schemas.microsoft.com/office/drawing/2014/main" id="{0BEF4377-B74F-DF95-DA78-24807F3CFCC9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823" name="Ellipse 822">
                <a:extLst>
                  <a:ext uri="{FF2B5EF4-FFF2-40B4-BE49-F238E27FC236}">
                    <a16:creationId xmlns:a16="http://schemas.microsoft.com/office/drawing/2014/main" id="{0A5DAF68-77BE-64E1-EE6E-BA61C4866EFD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24" name="Ellipse 823">
                <a:extLst>
                  <a:ext uri="{FF2B5EF4-FFF2-40B4-BE49-F238E27FC236}">
                    <a16:creationId xmlns:a16="http://schemas.microsoft.com/office/drawing/2014/main" id="{06BDF11E-A01E-D4C5-7B2C-5C579D3FE843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sp>
        <p:nvSpPr>
          <p:cNvPr id="858" name="Rechteck 857">
            <a:extLst>
              <a:ext uri="{FF2B5EF4-FFF2-40B4-BE49-F238E27FC236}">
                <a16:creationId xmlns:a16="http://schemas.microsoft.com/office/drawing/2014/main" id="{38BBA286-211C-E6D4-E88F-4D608155B95B}"/>
              </a:ext>
            </a:extLst>
          </p:cNvPr>
          <p:cNvSpPr/>
          <p:nvPr/>
        </p:nvSpPr>
        <p:spPr>
          <a:xfrm>
            <a:off x="7595038" y="6176986"/>
            <a:ext cx="3310484" cy="1452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Helvetica" panose="020B0604020202020204" pitchFamily="34" charset="0"/>
              <a:ea typeface="Calibri" panose="020F0502020204030204" pitchFamily="34" charset="0"/>
              <a:cs typeface="Helvetica" panose="020B0604020202020204" pitchFamily="34" charset="0"/>
            </a:endParaRPr>
          </a:p>
        </p:txBody>
      </p:sp>
      <p:sp>
        <p:nvSpPr>
          <p:cNvPr id="859" name="Textfeld 858">
            <a:extLst>
              <a:ext uri="{FF2B5EF4-FFF2-40B4-BE49-F238E27FC236}">
                <a16:creationId xmlns:a16="http://schemas.microsoft.com/office/drawing/2014/main" id="{094CFEE4-49BD-C46E-06A3-01D53225F03C}"/>
              </a:ext>
            </a:extLst>
          </p:cNvPr>
          <p:cNvSpPr txBox="1"/>
          <p:nvPr/>
        </p:nvSpPr>
        <p:spPr>
          <a:xfrm>
            <a:off x="7667249" y="621301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T4</a:t>
            </a:r>
          </a:p>
        </p:txBody>
      </p:sp>
      <p:grpSp>
        <p:nvGrpSpPr>
          <p:cNvPr id="860" name="Gruppieren 859">
            <a:extLst>
              <a:ext uri="{FF2B5EF4-FFF2-40B4-BE49-F238E27FC236}">
                <a16:creationId xmlns:a16="http://schemas.microsoft.com/office/drawing/2014/main" id="{269C768A-172A-E86B-926F-0927DCDD3B3B}"/>
              </a:ext>
            </a:extLst>
          </p:cNvPr>
          <p:cNvGrpSpPr/>
          <p:nvPr/>
        </p:nvGrpSpPr>
        <p:grpSpPr>
          <a:xfrm>
            <a:off x="7815229" y="6618379"/>
            <a:ext cx="886968" cy="867205"/>
            <a:chOff x="6263640" y="1083758"/>
            <a:chExt cx="886968" cy="867205"/>
          </a:xfrm>
        </p:grpSpPr>
        <p:sp>
          <p:nvSpPr>
            <p:cNvPr id="921" name="Rechteck: abgerundete Ecken 920">
              <a:extLst>
                <a:ext uri="{FF2B5EF4-FFF2-40B4-BE49-F238E27FC236}">
                  <a16:creationId xmlns:a16="http://schemas.microsoft.com/office/drawing/2014/main" id="{73C0DF26-1B51-8271-9997-EC45C2C25FBD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922" name="Gruppieren 921">
              <a:extLst>
                <a:ext uri="{FF2B5EF4-FFF2-40B4-BE49-F238E27FC236}">
                  <a16:creationId xmlns:a16="http://schemas.microsoft.com/office/drawing/2014/main" id="{A09ADB26-3BD9-A7CE-8015-C9B273E5EDB4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923" name="Textfeld 922">
                <a:extLst>
                  <a:ext uri="{FF2B5EF4-FFF2-40B4-BE49-F238E27FC236}">
                    <a16:creationId xmlns:a16="http://schemas.microsoft.com/office/drawing/2014/main" id="{27EAE8B5-5E7E-D669-D6B9-0862194935C6}"/>
                  </a:ext>
                </a:extLst>
              </p:cNvPr>
              <p:cNvSpPr txBox="1"/>
              <p:nvPr/>
            </p:nvSpPr>
            <p:spPr>
              <a:xfrm>
                <a:off x="1004515" y="819925"/>
                <a:ext cx="595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E10</a:t>
                </a:r>
              </a:p>
            </p:txBody>
          </p:sp>
          <p:sp>
            <p:nvSpPr>
              <p:cNvPr id="924" name="Ellipse 923">
                <a:extLst>
                  <a:ext uri="{FF2B5EF4-FFF2-40B4-BE49-F238E27FC236}">
                    <a16:creationId xmlns:a16="http://schemas.microsoft.com/office/drawing/2014/main" id="{A2D46F2D-1AF5-BFA5-776A-3D8B6903FA45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925" name="Ellipse 924">
                <a:extLst>
                  <a:ext uri="{FF2B5EF4-FFF2-40B4-BE49-F238E27FC236}">
                    <a16:creationId xmlns:a16="http://schemas.microsoft.com/office/drawing/2014/main" id="{41C2DE1B-961A-7903-2A8F-BC1EF5BB573E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926" name="Ellipse 925">
                <a:extLst>
                  <a:ext uri="{FF2B5EF4-FFF2-40B4-BE49-F238E27FC236}">
                    <a16:creationId xmlns:a16="http://schemas.microsoft.com/office/drawing/2014/main" id="{DAF012D1-56DA-550A-EB01-CC9C5F28094F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927" name="Ellipse 926">
                <a:extLst>
                  <a:ext uri="{FF2B5EF4-FFF2-40B4-BE49-F238E27FC236}">
                    <a16:creationId xmlns:a16="http://schemas.microsoft.com/office/drawing/2014/main" id="{6C2A2309-1C06-A0B2-BFBE-87C5C9143CA8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928" name="Gruppieren 927">
                <a:extLst>
                  <a:ext uri="{FF2B5EF4-FFF2-40B4-BE49-F238E27FC236}">
                    <a16:creationId xmlns:a16="http://schemas.microsoft.com/office/drawing/2014/main" id="{9F493C53-44DA-935D-63E0-1FDD06BEBFED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931" name="Ellipse 930">
                  <a:extLst>
                    <a:ext uri="{FF2B5EF4-FFF2-40B4-BE49-F238E27FC236}">
                      <a16:creationId xmlns:a16="http://schemas.microsoft.com/office/drawing/2014/main" id="{E9AE4888-AFC7-BF71-AF10-17C7F6A76B56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932" name="Ellipse 931">
                  <a:extLst>
                    <a:ext uri="{FF2B5EF4-FFF2-40B4-BE49-F238E27FC236}">
                      <a16:creationId xmlns:a16="http://schemas.microsoft.com/office/drawing/2014/main" id="{DDD3483A-770D-9AAD-C29E-A288B4DD1352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933" name="Ellipse 932">
                  <a:extLst>
                    <a:ext uri="{FF2B5EF4-FFF2-40B4-BE49-F238E27FC236}">
                      <a16:creationId xmlns:a16="http://schemas.microsoft.com/office/drawing/2014/main" id="{6B83E304-A363-DEB6-E39D-707ABDBB2717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934" name="Ellipse 933">
                  <a:extLst>
                    <a:ext uri="{FF2B5EF4-FFF2-40B4-BE49-F238E27FC236}">
                      <a16:creationId xmlns:a16="http://schemas.microsoft.com/office/drawing/2014/main" id="{2D350C05-24CA-315D-12E3-9FEAE5A37EEB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929" name="Ellipse 928">
                <a:extLst>
                  <a:ext uri="{FF2B5EF4-FFF2-40B4-BE49-F238E27FC236}">
                    <a16:creationId xmlns:a16="http://schemas.microsoft.com/office/drawing/2014/main" id="{B9F658C4-EAE9-5DF7-6745-595BD92D708D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930" name="Ellipse 929">
                <a:extLst>
                  <a:ext uri="{FF2B5EF4-FFF2-40B4-BE49-F238E27FC236}">
                    <a16:creationId xmlns:a16="http://schemas.microsoft.com/office/drawing/2014/main" id="{B83FE188-56B4-3E7B-2661-7278689467CD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861" name="Gruppieren 860">
            <a:extLst>
              <a:ext uri="{FF2B5EF4-FFF2-40B4-BE49-F238E27FC236}">
                <a16:creationId xmlns:a16="http://schemas.microsoft.com/office/drawing/2014/main" id="{3AB82674-094E-07D3-5A65-A1E6CC220844}"/>
              </a:ext>
            </a:extLst>
          </p:cNvPr>
          <p:cNvGrpSpPr/>
          <p:nvPr/>
        </p:nvGrpSpPr>
        <p:grpSpPr>
          <a:xfrm>
            <a:off x="8823754" y="6607409"/>
            <a:ext cx="886968" cy="867205"/>
            <a:chOff x="6263640" y="1083758"/>
            <a:chExt cx="886968" cy="867205"/>
          </a:xfrm>
        </p:grpSpPr>
        <p:sp>
          <p:nvSpPr>
            <p:cNvPr id="907" name="Rechteck: abgerundete Ecken 906">
              <a:extLst>
                <a:ext uri="{FF2B5EF4-FFF2-40B4-BE49-F238E27FC236}">
                  <a16:creationId xmlns:a16="http://schemas.microsoft.com/office/drawing/2014/main" id="{E12F9566-2FCD-F32A-7B7D-E5D08854E603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908" name="Gruppieren 907">
              <a:extLst>
                <a:ext uri="{FF2B5EF4-FFF2-40B4-BE49-F238E27FC236}">
                  <a16:creationId xmlns:a16="http://schemas.microsoft.com/office/drawing/2014/main" id="{B81E4219-E803-C53A-D8EB-98E1AA1260E2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909" name="Textfeld 908">
                <a:extLst>
                  <a:ext uri="{FF2B5EF4-FFF2-40B4-BE49-F238E27FC236}">
                    <a16:creationId xmlns:a16="http://schemas.microsoft.com/office/drawing/2014/main" id="{815283F2-4234-7B5E-D42C-D128BD7CE7CC}"/>
                  </a:ext>
                </a:extLst>
              </p:cNvPr>
              <p:cNvSpPr txBox="1"/>
              <p:nvPr/>
            </p:nvSpPr>
            <p:spPr>
              <a:xfrm>
                <a:off x="1017767" y="819925"/>
                <a:ext cx="57791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E11</a:t>
                </a:r>
              </a:p>
            </p:txBody>
          </p:sp>
          <p:sp>
            <p:nvSpPr>
              <p:cNvPr id="910" name="Ellipse 909">
                <a:extLst>
                  <a:ext uri="{FF2B5EF4-FFF2-40B4-BE49-F238E27FC236}">
                    <a16:creationId xmlns:a16="http://schemas.microsoft.com/office/drawing/2014/main" id="{AF02241B-CF5E-5607-B198-E7D652841486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911" name="Ellipse 910">
                <a:extLst>
                  <a:ext uri="{FF2B5EF4-FFF2-40B4-BE49-F238E27FC236}">
                    <a16:creationId xmlns:a16="http://schemas.microsoft.com/office/drawing/2014/main" id="{6555E81A-0C34-ADC5-2B11-00D99F1DCF09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912" name="Ellipse 911">
                <a:extLst>
                  <a:ext uri="{FF2B5EF4-FFF2-40B4-BE49-F238E27FC236}">
                    <a16:creationId xmlns:a16="http://schemas.microsoft.com/office/drawing/2014/main" id="{E4C29997-0D4E-C6C5-CA40-48482C2A7D8E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913" name="Ellipse 912">
                <a:extLst>
                  <a:ext uri="{FF2B5EF4-FFF2-40B4-BE49-F238E27FC236}">
                    <a16:creationId xmlns:a16="http://schemas.microsoft.com/office/drawing/2014/main" id="{BDC65BAC-ADFD-5A8F-5C81-8492CB9D281C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914" name="Gruppieren 913">
                <a:extLst>
                  <a:ext uri="{FF2B5EF4-FFF2-40B4-BE49-F238E27FC236}">
                    <a16:creationId xmlns:a16="http://schemas.microsoft.com/office/drawing/2014/main" id="{51D7330F-E308-8CD0-CBE4-B430D5CD1A5A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917" name="Ellipse 916">
                  <a:extLst>
                    <a:ext uri="{FF2B5EF4-FFF2-40B4-BE49-F238E27FC236}">
                      <a16:creationId xmlns:a16="http://schemas.microsoft.com/office/drawing/2014/main" id="{1D549072-6350-7808-616B-6E126E23CBCF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918" name="Ellipse 917">
                  <a:extLst>
                    <a:ext uri="{FF2B5EF4-FFF2-40B4-BE49-F238E27FC236}">
                      <a16:creationId xmlns:a16="http://schemas.microsoft.com/office/drawing/2014/main" id="{34722C20-77DD-C7E2-85B9-14A7BDB1EA72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919" name="Ellipse 918">
                  <a:extLst>
                    <a:ext uri="{FF2B5EF4-FFF2-40B4-BE49-F238E27FC236}">
                      <a16:creationId xmlns:a16="http://schemas.microsoft.com/office/drawing/2014/main" id="{315CC432-F631-3F15-9CEF-5780A8D193E0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920" name="Ellipse 919">
                  <a:extLst>
                    <a:ext uri="{FF2B5EF4-FFF2-40B4-BE49-F238E27FC236}">
                      <a16:creationId xmlns:a16="http://schemas.microsoft.com/office/drawing/2014/main" id="{B7DBEBD4-C5FF-4D68-7AF4-CF9037562998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915" name="Ellipse 914">
                <a:extLst>
                  <a:ext uri="{FF2B5EF4-FFF2-40B4-BE49-F238E27FC236}">
                    <a16:creationId xmlns:a16="http://schemas.microsoft.com/office/drawing/2014/main" id="{BDDC7412-E704-B4AD-D575-42F2329A4849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916" name="Ellipse 915">
                <a:extLst>
                  <a:ext uri="{FF2B5EF4-FFF2-40B4-BE49-F238E27FC236}">
                    <a16:creationId xmlns:a16="http://schemas.microsoft.com/office/drawing/2014/main" id="{A160C5FF-EE95-96B3-EB30-F0140988AF84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grpSp>
        <p:nvGrpSpPr>
          <p:cNvPr id="862" name="Gruppieren 861">
            <a:extLst>
              <a:ext uri="{FF2B5EF4-FFF2-40B4-BE49-F238E27FC236}">
                <a16:creationId xmlns:a16="http://schemas.microsoft.com/office/drawing/2014/main" id="{617A7616-A040-63DD-B1F7-BCC93EF808C5}"/>
              </a:ext>
            </a:extLst>
          </p:cNvPr>
          <p:cNvGrpSpPr/>
          <p:nvPr/>
        </p:nvGrpSpPr>
        <p:grpSpPr>
          <a:xfrm>
            <a:off x="9847972" y="6596439"/>
            <a:ext cx="886968" cy="867205"/>
            <a:chOff x="6263640" y="1083758"/>
            <a:chExt cx="886968" cy="867205"/>
          </a:xfrm>
        </p:grpSpPr>
        <p:sp>
          <p:nvSpPr>
            <p:cNvPr id="893" name="Rechteck: abgerundete Ecken 892">
              <a:extLst>
                <a:ext uri="{FF2B5EF4-FFF2-40B4-BE49-F238E27FC236}">
                  <a16:creationId xmlns:a16="http://schemas.microsoft.com/office/drawing/2014/main" id="{B5780D3F-78D5-9A01-B217-31E42ADAC5B6}"/>
                </a:ext>
              </a:extLst>
            </p:cNvPr>
            <p:cNvSpPr/>
            <p:nvPr/>
          </p:nvSpPr>
          <p:spPr>
            <a:xfrm>
              <a:off x="6263640" y="1083758"/>
              <a:ext cx="886968" cy="86720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endParaRPr>
            </a:p>
          </p:txBody>
        </p:sp>
        <p:grpSp>
          <p:nvGrpSpPr>
            <p:cNvPr id="894" name="Gruppieren 893">
              <a:extLst>
                <a:ext uri="{FF2B5EF4-FFF2-40B4-BE49-F238E27FC236}">
                  <a16:creationId xmlns:a16="http://schemas.microsoft.com/office/drawing/2014/main" id="{BC1CE850-B061-5561-796C-FB9AEE569E59}"/>
                </a:ext>
              </a:extLst>
            </p:cNvPr>
            <p:cNvGrpSpPr/>
            <p:nvPr/>
          </p:nvGrpSpPr>
          <p:grpSpPr>
            <a:xfrm>
              <a:off x="6338315" y="1208291"/>
              <a:ext cx="714589" cy="620379"/>
              <a:chOff x="933195" y="698005"/>
              <a:chExt cx="714589" cy="620379"/>
            </a:xfrm>
          </p:grpSpPr>
          <p:sp>
            <p:nvSpPr>
              <p:cNvPr id="895" name="Textfeld 894">
                <a:extLst>
                  <a:ext uri="{FF2B5EF4-FFF2-40B4-BE49-F238E27FC236}">
                    <a16:creationId xmlns:a16="http://schemas.microsoft.com/office/drawing/2014/main" id="{B8531B36-1DA5-A69F-38B2-A381F64F3151}"/>
                  </a:ext>
                </a:extLst>
              </p:cNvPr>
              <p:cNvSpPr txBox="1"/>
              <p:nvPr/>
            </p:nvSpPr>
            <p:spPr>
              <a:xfrm>
                <a:off x="1013659" y="819925"/>
                <a:ext cx="595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rPr>
                  <a:t>E12</a:t>
                </a:r>
              </a:p>
            </p:txBody>
          </p:sp>
          <p:sp>
            <p:nvSpPr>
              <p:cNvPr id="896" name="Ellipse 895">
                <a:extLst>
                  <a:ext uri="{FF2B5EF4-FFF2-40B4-BE49-F238E27FC236}">
                    <a16:creationId xmlns:a16="http://schemas.microsoft.com/office/drawing/2014/main" id="{F145FD9B-C645-AED3-9677-3163959647EF}"/>
                  </a:ext>
                </a:extLst>
              </p:cNvPr>
              <p:cNvSpPr/>
              <p:nvPr/>
            </p:nvSpPr>
            <p:spPr>
              <a:xfrm>
                <a:off x="948888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97" name="Ellipse 896">
                <a:extLst>
                  <a:ext uri="{FF2B5EF4-FFF2-40B4-BE49-F238E27FC236}">
                    <a16:creationId xmlns:a16="http://schemas.microsoft.com/office/drawing/2014/main" id="{E6B39BAF-9CE0-BB8F-AC90-80B265115C63}"/>
                  </a:ext>
                </a:extLst>
              </p:cNvPr>
              <p:cNvSpPr/>
              <p:nvPr/>
            </p:nvSpPr>
            <p:spPr>
              <a:xfrm>
                <a:off x="1145936" y="701156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98" name="Ellipse 897">
                <a:extLst>
                  <a:ext uri="{FF2B5EF4-FFF2-40B4-BE49-F238E27FC236}">
                    <a16:creationId xmlns:a16="http://schemas.microsoft.com/office/drawing/2014/main" id="{C3FA7262-AEA2-04AA-B7E5-CEA65A1713C7}"/>
                  </a:ext>
                </a:extLst>
              </p:cNvPr>
              <p:cNvSpPr/>
              <p:nvPr/>
            </p:nvSpPr>
            <p:spPr>
              <a:xfrm>
                <a:off x="134298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899" name="Ellipse 898">
                <a:extLst>
                  <a:ext uri="{FF2B5EF4-FFF2-40B4-BE49-F238E27FC236}">
                    <a16:creationId xmlns:a16="http://schemas.microsoft.com/office/drawing/2014/main" id="{9DD9BF57-9E2F-AE09-EC03-423432F7262E}"/>
                  </a:ext>
                </a:extLst>
              </p:cNvPr>
              <p:cNvSpPr/>
              <p:nvPr/>
            </p:nvSpPr>
            <p:spPr>
              <a:xfrm>
                <a:off x="1525864" y="69800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grpSp>
            <p:nvGrpSpPr>
              <p:cNvPr id="900" name="Gruppieren 899">
                <a:extLst>
                  <a:ext uri="{FF2B5EF4-FFF2-40B4-BE49-F238E27FC236}">
                    <a16:creationId xmlns:a16="http://schemas.microsoft.com/office/drawing/2014/main" id="{A76C4B81-7EAA-EEAE-3010-FCDE231C7091}"/>
                  </a:ext>
                </a:extLst>
              </p:cNvPr>
              <p:cNvGrpSpPr/>
              <p:nvPr/>
            </p:nvGrpSpPr>
            <p:grpSpPr>
              <a:xfrm>
                <a:off x="933195" y="1193313"/>
                <a:ext cx="698896" cy="125071"/>
                <a:chOff x="948888" y="698005"/>
                <a:chExt cx="698896" cy="125071"/>
              </a:xfrm>
            </p:grpSpPr>
            <p:sp>
              <p:nvSpPr>
                <p:cNvPr id="903" name="Ellipse 902">
                  <a:extLst>
                    <a:ext uri="{FF2B5EF4-FFF2-40B4-BE49-F238E27FC236}">
                      <a16:creationId xmlns:a16="http://schemas.microsoft.com/office/drawing/2014/main" id="{9C242A69-0FFF-3BDB-85D8-A00F891FF90F}"/>
                    </a:ext>
                  </a:extLst>
                </p:cNvPr>
                <p:cNvSpPr/>
                <p:nvPr/>
              </p:nvSpPr>
              <p:spPr>
                <a:xfrm>
                  <a:off x="948888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904" name="Ellipse 903">
                  <a:extLst>
                    <a:ext uri="{FF2B5EF4-FFF2-40B4-BE49-F238E27FC236}">
                      <a16:creationId xmlns:a16="http://schemas.microsoft.com/office/drawing/2014/main" id="{DE56B124-5549-006F-8CBE-171A9DEB06DE}"/>
                    </a:ext>
                  </a:extLst>
                </p:cNvPr>
                <p:cNvSpPr/>
                <p:nvPr/>
              </p:nvSpPr>
              <p:spPr>
                <a:xfrm>
                  <a:off x="1145936" y="701156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905" name="Ellipse 904">
                  <a:extLst>
                    <a:ext uri="{FF2B5EF4-FFF2-40B4-BE49-F238E27FC236}">
                      <a16:creationId xmlns:a16="http://schemas.microsoft.com/office/drawing/2014/main" id="{86C4CDCC-770D-D345-256B-001AED0A4941}"/>
                    </a:ext>
                  </a:extLst>
                </p:cNvPr>
                <p:cNvSpPr/>
                <p:nvPr/>
              </p:nvSpPr>
              <p:spPr>
                <a:xfrm>
                  <a:off x="134298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  <p:sp>
              <p:nvSpPr>
                <p:cNvPr id="906" name="Ellipse 905">
                  <a:extLst>
                    <a:ext uri="{FF2B5EF4-FFF2-40B4-BE49-F238E27FC236}">
                      <a16:creationId xmlns:a16="http://schemas.microsoft.com/office/drawing/2014/main" id="{6A0B2891-6BAA-4BE7-764A-FD18633A1855}"/>
                    </a:ext>
                  </a:extLst>
                </p:cNvPr>
                <p:cNvSpPr/>
                <p:nvPr/>
              </p:nvSpPr>
              <p:spPr>
                <a:xfrm>
                  <a:off x="1525864" y="698005"/>
                  <a:ext cx="121920" cy="12192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latin typeface="Helvetica" panose="020B0604020202020204" pitchFamily="34" charset="0"/>
                    <a:ea typeface="Calibri" panose="020F0502020204030204" pitchFamily="34" charset="0"/>
                    <a:cs typeface="Helvetica" panose="020B0604020202020204" pitchFamily="34" charset="0"/>
                  </a:endParaRPr>
                </a:p>
              </p:txBody>
            </p:sp>
          </p:grpSp>
          <p:sp>
            <p:nvSpPr>
              <p:cNvPr id="901" name="Ellipse 900">
                <a:extLst>
                  <a:ext uri="{FF2B5EF4-FFF2-40B4-BE49-F238E27FC236}">
                    <a16:creationId xmlns:a16="http://schemas.microsoft.com/office/drawing/2014/main" id="{29F7E1EA-94C2-E68F-889C-0A6326911F3E}"/>
                  </a:ext>
                </a:extLst>
              </p:cNvPr>
              <p:cNvSpPr/>
              <p:nvPr/>
            </p:nvSpPr>
            <p:spPr>
              <a:xfrm>
                <a:off x="948888" y="93514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  <p:sp>
            <p:nvSpPr>
              <p:cNvPr id="902" name="Ellipse 901">
                <a:extLst>
                  <a:ext uri="{FF2B5EF4-FFF2-40B4-BE49-F238E27FC236}">
                    <a16:creationId xmlns:a16="http://schemas.microsoft.com/office/drawing/2014/main" id="{6704F324-2EBC-A143-1921-1630BC9E75B4}"/>
                  </a:ext>
                </a:extLst>
              </p:cNvPr>
              <p:cNvSpPr/>
              <p:nvPr/>
            </p:nvSpPr>
            <p:spPr>
              <a:xfrm>
                <a:off x="1510171" y="949615"/>
                <a:ext cx="121920" cy="12192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Helvetica" panose="020B0604020202020204" pitchFamily="34" charset="0"/>
                  <a:ea typeface="Calibri" panose="020F0502020204030204" pitchFamily="34" charset="0"/>
                  <a:cs typeface="Helvetica" panose="020B0604020202020204" pitchFamily="34" charset="0"/>
                </a:endParaRPr>
              </a:p>
            </p:txBody>
          </p:sp>
        </p:grpSp>
      </p:grpSp>
      <p:sp>
        <p:nvSpPr>
          <p:cNvPr id="935" name="Textfeld 934">
            <a:extLst>
              <a:ext uri="{FF2B5EF4-FFF2-40B4-BE49-F238E27FC236}">
                <a16:creationId xmlns:a16="http://schemas.microsoft.com/office/drawing/2014/main" id="{3BF041AC-CE12-F1DA-C237-B6BB71755401}"/>
              </a:ext>
            </a:extLst>
          </p:cNvPr>
          <p:cNvSpPr txBox="1"/>
          <p:nvPr/>
        </p:nvSpPr>
        <p:spPr>
          <a:xfrm>
            <a:off x="1140892" y="700939"/>
            <a:ext cx="43059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Randomized</a:t>
            </a:r>
            <a:r>
              <a:rPr lang="de-DE" sz="2800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 block design</a:t>
            </a:r>
          </a:p>
        </p:txBody>
      </p:sp>
      <p:sp>
        <p:nvSpPr>
          <p:cNvPr id="936" name="Textfeld 935">
            <a:extLst>
              <a:ext uri="{FF2B5EF4-FFF2-40B4-BE49-F238E27FC236}">
                <a16:creationId xmlns:a16="http://schemas.microsoft.com/office/drawing/2014/main" id="{1BCBDA9F-43E3-977D-50B9-C1E1885D7194}"/>
              </a:ext>
            </a:extLst>
          </p:cNvPr>
          <p:cNvSpPr txBox="1"/>
          <p:nvPr/>
        </p:nvSpPr>
        <p:spPr>
          <a:xfrm>
            <a:off x="6890465" y="700939"/>
            <a:ext cx="46057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Nested</a:t>
            </a:r>
            <a:r>
              <a:rPr lang="de-DE" sz="2800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 </a:t>
            </a:r>
            <a:r>
              <a:rPr lang="de-DE" sz="2800" dirty="0" err="1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subsampling</a:t>
            </a:r>
            <a:r>
              <a:rPr lang="de-DE" sz="2800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 design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6CB2D99-63E1-FF1B-E475-F196C31E56E9}"/>
              </a:ext>
            </a:extLst>
          </p:cNvPr>
          <p:cNvSpPr txBox="1"/>
          <p:nvPr/>
        </p:nvSpPr>
        <p:spPr>
          <a:xfrm>
            <a:off x="488616" y="160702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dirty="0">
                <a:latin typeface="Helvetica" panose="020B0604020202020204" pitchFamily="34" charset="0"/>
                <a:ea typeface="Calibri" panose="020F0502020204030204" pitchFamily="34" charset="0"/>
                <a:cs typeface="Helvetica" panose="020B0604020202020204" pitchFamily="34" charset="0"/>
              </a:rPr>
              <a:t>A												   B</a:t>
            </a:r>
          </a:p>
        </p:txBody>
      </p:sp>
    </p:spTree>
    <p:extLst>
      <p:ext uri="{BB962C8B-B14F-4D97-AF65-F5344CB8AC3E}">
        <p14:creationId xmlns:p14="http://schemas.microsoft.com/office/powerpoint/2010/main" val="1247642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67</Words>
  <Application>Microsoft Office PowerPoint</Application>
  <PresentationFormat>Benutzerdefiniert</PresentationFormat>
  <Paragraphs>37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7</cp:revision>
  <dcterms:created xsi:type="dcterms:W3CDTF">2025-08-14T13:24:34Z</dcterms:created>
  <dcterms:modified xsi:type="dcterms:W3CDTF">2025-08-19T07:09:47Z</dcterms:modified>
</cp:coreProperties>
</file>